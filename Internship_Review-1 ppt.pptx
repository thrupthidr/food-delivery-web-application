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>
        <p:scale>
          <a:sx n="64" d="100"/>
          <a:sy n="64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Ms.Kalpana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K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035589" cy="15621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</a:t>
            </a:r>
            <a:r>
              <a:rPr lang="en-IN" b="1" dirty="0">
                <a:sym typeface="Verdana" panose="020B0604030504040204"/>
              </a:rPr>
              <a:t>CSE</a:t>
            </a:r>
            <a:endParaRPr lang="en-US" b="1" dirty="0"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IN" alt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.S.Sakthi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&amp;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Dr.R.Balakrishnan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18376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THRUPTHI D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4</a:t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1"/>
            <a:ext cx="10515600" cy="502478"/>
          </a:xfrm>
        </p:spPr>
        <p:txBody>
          <a:bodyPr>
            <a:normAutofit fontScale="90000"/>
          </a:bodyPr>
          <a:lstStyle/>
          <a:p>
            <a:r>
              <a:rPr lang="en-US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805070"/>
            <a:ext cx="10617200" cy="49914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052" y="973455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6001611"/>
              </p:ext>
            </p:extLst>
          </p:nvPr>
        </p:nvGraphicFramePr>
        <p:xfrm>
          <a:off x="838200" y="1085850"/>
          <a:ext cx="10515600" cy="4551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https://github.com/Thrupthidr/Food-Delivery-Web-Application.git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1105</Words>
  <Application>Microsoft Office PowerPoint</Application>
  <PresentationFormat>Widescreen</PresentationFormat>
  <Paragraphs>150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Admin</cp:lastModifiedBy>
  <cp:revision>724</cp:revision>
  <dcterms:created xsi:type="dcterms:W3CDTF">2022-10-14T07:18:00Z</dcterms:created>
  <dcterms:modified xsi:type="dcterms:W3CDTF">2026-04-28T13:46:25Z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FF5530EA286C4E08843CCB6D325A2367_13</vt:lpwstr>
  </property>
  <property fmtid="{D5CDD505-2E9C-101B-9397-08002B2CF9AE}" pid="3" name="KSOProductBuildVer">
    <vt:lpwstr>1033-12.2.0.23196</vt:lpwstr>
  </property>
</Properties>
</file>