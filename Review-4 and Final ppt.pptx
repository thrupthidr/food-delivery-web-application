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9" r:id="rId2"/>
    <p:sldId id="270" r:id="rId3"/>
    <p:sldId id="261" r:id="rId4"/>
    <p:sldId id="262" r:id="rId5"/>
    <p:sldId id="263" r:id="rId6"/>
    <p:sldId id="264" r:id="rId7"/>
    <p:sldId id="265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67" r:id="rId19"/>
    <p:sldId id="268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>
        <p:scale>
          <a:sx n="64" d="100"/>
          <a:sy n="64" d="100"/>
        </p:scale>
        <p:origin x="8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28/04/2026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Ms.Kalpana</a:t>
            </a: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K</a:t>
            </a: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Assistant Professor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:</a:t>
            </a:r>
            <a:r>
              <a:rPr lang="en-IN" alt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Dr. Asif Mohammed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IN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Mr.S.Shakthi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&amp; </a:t>
            </a:r>
            <a:r>
              <a:rPr lang="en-IN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Dr.R.Balakrishnan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Review-4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TITLE OF THE INTERNSHIP / WORK ASSIGNED / DOMAIN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508174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en-US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THRUPTHI D 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en-US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20231CSE3063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en-US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37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7713" y="1242391"/>
            <a:ext cx="10515600" cy="4393381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 Academy is an EdTech training institute that focuses on making students job-ready for the IT industry.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practical, skill-based learning in software development and computer science fundamentals.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 Academy mainly trains students in:</a:t>
            </a:r>
          </a:p>
          <a:p>
            <a:pPr>
              <a:lnSpc>
                <a:spcPct val="12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and Data Structures</a:t>
            </a:r>
          </a:p>
          <a:p>
            <a:pPr>
              <a:lnSpc>
                <a:spcPct val="12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Web Development</a:t>
            </a:r>
          </a:p>
          <a:p>
            <a:pPr>
              <a:lnSpc>
                <a:spcPct val="12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Computer Science concepts</a:t>
            </a:r>
          </a:p>
          <a:p>
            <a:pPr>
              <a:lnSpc>
                <a:spcPct val="12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 and placement preparation</a:t>
            </a:r>
          </a:p>
          <a:p>
            <a:pPr>
              <a:lnSpc>
                <a:spcPct val="12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academy aims to bridge the gap between what students learn in college and what companies expect in real jobs.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restricted to 3 slides.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restricted to 3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my internship at Tap Academy, I am working in the Software Development domain.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involves learning how to build complete software applications using both frontend and backend technologies.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covered include: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JavaScript for creating user-friendly interfaces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Core Java and Advanced Java for handling application logic and server-side operations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Frameworks: Java-based frameworks to build structured, secure, and scalable applications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SQL for storing and managing application data</a:t>
            </a: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this domain: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technologies are widely used in real IT companies to develop web and enterprise applications.</a:t>
            </a:r>
          </a:p>
          <a:p>
            <a:pPr>
              <a:lnSpc>
                <a:spcPct val="12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this full-stack technology set helps me understand how a complete software system works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user interface to database and prepares me for a professional role as a Software Developer.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748058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84585"/>
            <a:ext cx="10515600" cy="435797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my internship at Tap Academy, I am currently part of a training-based software development program.</a:t>
            </a:r>
            <a:r>
              <a:rPr lang="en-I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this stage, interns are not divided into project teams because the focus is on skill building and technical training.</a:t>
            </a:r>
          </a:p>
          <a:p>
            <a:pPr>
              <a:lnSpc>
                <a:spcPct val="10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working structure is:</a:t>
            </a:r>
          </a:p>
          <a:p>
            <a:pPr marL="0" indent="0"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Mentors / Trainers</a:t>
            </a:r>
          </a:p>
          <a:p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design the learning modules and teach frontend, backend, Java, frameworks, and SQL.</a:t>
            </a:r>
          </a:p>
          <a:p>
            <a:pPr marL="0" indent="0"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 (Including Me)</a:t>
            </a:r>
          </a:p>
          <a:p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attend training sessions, complete coding tasks, assignments, and mini-projects.</a:t>
            </a:r>
          </a:p>
          <a:p>
            <a:pPr marL="0" indent="0"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Structure</a:t>
            </a:r>
          </a:p>
          <a:p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report directly to my assigned trainer/mentor, who:</a:t>
            </a:r>
          </a:p>
          <a:p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tasks and assignments</a:t>
            </a:r>
          </a:p>
          <a:p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progress</a:t>
            </a:r>
          </a:p>
          <a:p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guidance and feedback</a:t>
            </a:r>
          </a:p>
          <a:p>
            <a:pPr marL="0" indent="0"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Style:</a:t>
            </a:r>
          </a:p>
          <a:p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Currently, I work individually on practice tasks and learning modules.</a:t>
            </a:r>
          </a:p>
          <a:p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training phase, interns will be assigned to projects or teams based on performance and 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658605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83974"/>
            <a:ext cx="10515600" cy="41393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my internship journey, I faced a few important challenges:</a:t>
            </a: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Finding the Right Internship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challenging to find an internship that matched my interest in software development and also provided proper learning and guidance.</a:t>
            </a: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Clearing the Selection Process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requirements, preparing for technical questions, and performing well in the interview was a learning experience.</a:t>
            </a: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Adapting to a New Learning Environment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Adjusting from college-style learning to a professional training environment with regular coding practice and deadlines was challenging initially.</a:t>
            </a: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Learning Multiple Technologies Together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frontend, backend, Java, frameworks, and SQL at the same time required good time management and consistent practice.</a:t>
            </a: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Understanding Real-World Development Concepts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Moving from theoretical knowledge to practical implementation in coding and application development was a new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6536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89651"/>
            <a:ext cx="10515600" cy="4005469"/>
          </a:xfrm>
        </p:spPr>
        <p:txBody>
          <a:bodyPr>
            <a:normAutofit/>
          </a:bodyPr>
          <a:lstStyle/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objectives of my internship work are: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gain practical knowledge of software development using frontend, backend, Java, frameworks, and SQL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how real-world web applications are designed and built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my coding, problem-solving, and debugging skills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how to work with databases and server-side logic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prepare myself for a professional role in the IT industry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 done during this internship is used to build small applications, modules, and projects that reflect real software development practices and industry requirements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2088"/>
            <a:ext cx="10515600" cy="4313582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1600" dirty="0"/>
              <a:t>Before implementing the Food Delivery Web Application, a detailed study was carried out on software architectures, design patterns, and technologies relevant to the project.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Studied MVC (Model–View–Controller) Architecture to understand clear separation between presentation layer (JSP), controller layer (Servlets), and data layer (Model classes).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Reviewed DAO (Data Access Object) Design Pattern to handle database operations separately from business logic, improving maintainability and reusability.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Analyzed existing online food delivery applications to understand common modules such as user authentication, restaurant listing, menu display, and order flow.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Studied JSP and Servlets for handling request–response flow in Java-based web applications.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Learned JDBC with MySQL for performing CRUD operations and managing persistent data.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Studied Apache Tomcat server for deploying and running Java web applications.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Referred official documentation, mentor guidance, and practical examples to understand real-time application structure.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926962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3913"/>
            <a:ext cx="10515600" cy="424864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1600" dirty="0"/>
              <a:t>The proposed system is a web-based Food Delivery Application developed using Java, JSP, Servlets, and MySQL.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The application allows users to: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• Register and Login</a:t>
            </a:r>
            <a:br>
              <a:rPr lang="en-US" sz="1600" dirty="0"/>
            </a:br>
            <a:r>
              <a:rPr lang="en-US" sz="1600" dirty="0"/>
              <a:t>• View Restaurants</a:t>
            </a:r>
            <a:br>
              <a:rPr lang="en-US" sz="1600" dirty="0"/>
            </a:br>
            <a:r>
              <a:rPr lang="en-US" sz="1600" dirty="0"/>
              <a:t>• View Menu Items</a:t>
            </a:r>
            <a:br>
              <a:rPr lang="en-US" sz="1600" dirty="0"/>
            </a:br>
            <a:r>
              <a:rPr lang="en-US" sz="1600" dirty="0"/>
              <a:t>• Add Items to Cart</a:t>
            </a:r>
            <a:br>
              <a:rPr lang="en-US" sz="1600" dirty="0"/>
            </a:br>
            <a:r>
              <a:rPr lang="en-US" sz="1600" dirty="0"/>
              <a:t>• Manage Cart using Session</a:t>
            </a:r>
            <a:br>
              <a:rPr lang="en-US" sz="1600" dirty="0"/>
            </a:br>
            <a:r>
              <a:rPr lang="en-US" sz="1600" dirty="0"/>
              <a:t>• Calculate Total Amount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The system follows MVC architecture where: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• JSP handles the user interface</a:t>
            </a:r>
            <a:br>
              <a:rPr lang="en-US" sz="1600" dirty="0"/>
            </a:br>
            <a:r>
              <a:rPr lang="en-US" sz="1600" dirty="0"/>
              <a:t>• Servlets handle application logic</a:t>
            </a:r>
            <a:br>
              <a:rPr lang="en-US" sz="1600" dirty="0"/>
            </a:br>
            <a:r>
              <a:rPr lang="en-US" sz="1600" dirty="0"/>
              <a:t>• DAO handles database operations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In Review-3, the focus is on implementing cart functionality, session management, and integrating frontend with backend.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The system is simple, structured, and developed for academic learning purposes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97753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4948"/>
            <a:ext cx="10515600" cy="4417613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1600" dirty="0"/>
              <a:t>Online food ordering systems require a structured web application to manage user login, restaurant listing, menu display, and cart functionality.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Without a proper system: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• Managing user sessions becomes difficult</a:t>
            </a:r>
            <a:br>
              <a:rPr lang="en-US" sz="1600" dirty="0"/>
            </a:br>
            <a:r>
              <a:rPr lang="en-US" sz="1600" dirty="0"/>
              <a:t>• Cart data may not be maintained correctly</a:t>
            </a:r>
            <a:br>
              <a:rPr lang="en-US" sz="1600" dirty="0"/>
            </a:br>
            <a:r>
              <a:rPr lang="en-US" sz="1600" dirty="0"/>
              <a:t>• Order flow can become inconsistent</a:t>
            </a:r>
            <a:br>
              <a:rPr lang="en-US" sz="1600" dirty="0"/>
            </a:br>
            <a:r>
              <a:rPr lang="en-US" sz="1600" dirty="0"/>
              <a:t>• Code becomes difficult to maintain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There is a need to design a simple and structured food delivery web application using Java technologies that demonstrates: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• MVC architecture</a:t>
            </a:r>
            <a:br>
              <a:rPr lang="en-US" sz="1600" dirty="0"/>
            </a:br>
            <a:r>
              <a:rPr lang="en-US" sz="1600" dirty="0"/>
              <a:t>• DAO pattern</a:t>
            </a:r>
            <a:br>
              <a:rPr lang="en-US" sz="1600" dirty="0"/>
            </a:br>
            <a:r>
              <a:rPr lang="en-US" sz="1600" dirty="0"/>
              <a:t>• Session management</a:t>
            </a:r>
            <a:br>
              <a:rPr lang="en-US" sz="1600" dirty="0"/>
            </a:br>
            <a:r>
              <a:rPr lang="en-US" sz="1600" dirty="0"/>
              <a:t>• Frontend–backend integration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The goal is to build a functional academic-level food delivery system that shows how real-world web applications are developed.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Requirements:</a:t>
            </a:r>
          </a:p>
          <a:p>
            <a:pPr>
              <a:lnSpc>
                <a:spcPct val="12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 or Desktop</a:t>
            </a:r>
          </a:p>
          <a:p>
            <a:pPr>
              <a:lnSpc>
                <a:spcPct val="12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4 GB RAM</a:t>
            </a:r>
          </a:p>
          <a:p>
            <a:pPr marL="0" indent="0">
              <a:lnSpc>
                <a:spcPct val="120000"/>
              </a:lnSpc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Requirements:</a:t>
            </a:r>
          </a:p>
          <a:p>
            <a:pPr>
              <a:lnSpc>
                <a:spcPct val="12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</a:t>
            </a:r>
          </a:p>
          <a:p>
            <a:pPr>
              <a:lnSpc>
                <a:spcPct val="12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JDK</a:t>
            </a:r>
          </a:p>
          <a:p>
            <a:pPr>
              <a:lnSpc>
                <a:spcPct val="12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Tomcat Server</a:t>
            </a:r>
          </a:p>
          <a:p>
            <a:pPr>
              <a:lnSpc>
                <a:spcPct val="12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Database</a:t>
            </a:r>
          </a:p>
          <a:p>
            <a:pPr>
              <a:lnSpc>
                <a:spcPct val="12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Eclipse IDE</a:t>
            </a:r>
          </a:p>
          <a:p>
            <a:pPr>
              <a:lnSpc>
                <a:spcPct val="12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0565"/>
            <a:ext cx="10515600" cy="37019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• Simple and user-friendly interface</a:t>
            </a:r>
          </a:p>
          <a:p>
            <a:pPr marL="0" indent="0">
              <a:buNone/>
            </a:pPr>
            <a:r>
              <a:rPr lang="en-US" sz="2000" dirty="0"/>
              <a:t>• Follows MVC architecture for clear structure</a:t>
            </a:r>
          </a:p>
          <a:p>
            <a:pPr marL="0" indent="0">
              <a:buNone/>
            </a:pPr>
            <a:r>
              <a:rPr lang="en-US" sz="2000" dirty="0"/>
              <a:t>• Uses DAO pattern for better database management</a:t>
            </a:r>
          </a:p>
          <a:p>
            <a:pPr marL="0" indent="0">
              <a:buNone/>
            </a:pPr>
            <a:r>
              <a:rPr lang="en-US" sz="2000" dirty="0"/>
              <a:t>• Maintains user session securely</a:t>
            </a:r>
          </a:p>
          <a:p>
            <a:pPr marL="0" indent="0">
              <a:buNone/>
            </a:pPr>
            <a:r>
              <a:rPr lang="en-US" sz="2000" dirty="0"/>
              <a:t>• Modular and easy to maintain</a:t>
            </a:r>
          </a:p>
          <a:p>
            <a:pPr marL="0" indent="0">
              <a:buNone/>
            </a:pPr>
            <a:r>
              <a:rPr lang="en-US" sz="2000" dirty="0"/>
              <a:t>• Reduces data inconsistency</a:t>
            </a:r>
          </a:p>
          <a:p>
            <a:pPr marL="0" indent="0">
              <a:buNone/>
            </a:pPr>
            <a:r>
              <a:rPr lang="en-US" sz="2000" dirty="0"/>
              <a:t>• Easy to enhance with additional features in future</a:t>
            </a:r>
          </a:p>
          <a:p>
            <a:pPr marL="0" indent="0">
              <a:buNone/>
            </a:pPr>
            <a:r>
              <a:rPr lang="en-US" sz="2000" dirty="0"/>
              <a:t>• Provides practical experience in full-stack web development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1539"/>
            <a:ext cx="10515600" cy="386102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2000" dirty="0"/>
              <a:t>The system is designed using MVC (Model–View–Controller) architecture along with the DAO design pattern to ensure proper separation between presentation, logic, and data handling.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Architecture Layers: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• Presentation Layer – JSP pages for user interface</a:t>
            </a:r>
            <a:br>
              <a:rPr lang="en-IN" sz="2000" dirty="0"/>
            </a:br>
            <a:r>
              <a:rPr lang="en-IN" sz="2000" dirty="0"/>
              <a:t>• Controller Layer – Servlets for request and response handling</a:t>
            </a:r>
            <a:br>
              <a:rPr lang="en-IN" sz="2000" dirty="0"/>
            </a:br>
            <a:r>
              <a:rPr lang="en-IN" sz="2000" dirty="0"/>
              <a:t>• Data Access Layer – DAO classes for database operations</a:t>
            </a:r>
            <a:br>
              <a:rPr lang="en-IN" sz="2000" dirty="0"/>
            </a:br>
            <a:r>
              <a:rPr lang="en-IN" sz="2000" dirty="0"/>
              <a:t>• Database Layer – MySQL for storing application data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Application Flow: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User → JSP → Servlet → DAO → Database</a:t>
            </a:r>
            <a:br>
              <a:rPr lang="en-IN" sz="2000" dirty="0"/>
            </a:br>
            <a:r>
              <a:rPr lang="en-IN" sz="2000" dirty="0" err="1"/>
              <a:t>Database</a:t>
            </a:r>
            <a:r>
              <a:rPr lang="en-IN" sz="2000" dirty="0"/>
              <a:t> → DAO → Servlet → JSP → User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5432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738118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23731"/>
            <a:ext cx="10515600" cy="4218830"/>
          </a:xfrm>
        </p:spPr>
        <p:txBody>
          <a:bodyPr>
            <a:noAutofit/>
          </a:bodyPr>
          <a:lstStyle/>
          <a:p>
            <a:r>
              <a:rPr lang="en-US" sz="2000" dirty="0"/>
              <a:t>In the final phase of the internship, the Food Delivery Web Application has been fully completed with all core functionalities.</a:t>
            </a:r>
          </a:p>
          <a:p>
            <a:r>
              <a:rPr lang="en-US" sz="2000" dirty="0"/>
              <a:t>The following modules have been successfully implemented:</a:t>
            </a:r>
          </a:p>
          <a:p>
            <a:pPr marL="0" indent="0">
              <a:buNone/>
            </a:pPr>
            <a:r>
              <a:rPr lang="en-US" sz="2000" dirty="0"/>
              <a:t>• User Registration and Login with validation</a:t>
            </a:r>
            <a:br>
              <a:rPr lang="en-US" sz="2000" dirty="0"/>
            </a:br>
            <a:r>
              <a:rPr lang="en-US" sz="2000" dirty="0"/>
              <a:t>• Restaurant Listing and Dynamic Menu Display</a:t>
            </a:r>
            <a:br>
              <a:rPr lang="en-US" sz="2000" dirty="0"/>
            </a:br>
            <a:r>
              <a:rPr lang="en-US" sz="2000" dirty="0"/>
              <a:t>• Add to Cart and Cart Management using Session</a:t>
            </a:r>
            <a:br>
              <a:rPr lang="en-US" sz="2000" dirty="0"/>
            </a:br>
            <a:r>
              <a:rPr lang="en-US" sz="2000" dirty="0"/>
              <a:t>• Order Processing and Order Confirmation</a:t>
            </a:r>
            <a:br>
              <a:rPr lang="en-US" sz="2000" dirty="0"/>
            </a:br>
            <a:r>
              <a:rPr lang="en-US" sz="2000" dirty="0"/>
              <a:t>• Order Data Storage in MySQL Database</a:t>
            </a:r>
            <a:br>
              <a:rPr lang="en-US" sz="2000" dirty="0"/>
            </a:br>
            <a:r>
              <a:rPr lang="en-US" sz="2000" dirty="0"/>
              <a:t>• “My Orders” module to track previous orders</a:t>
            </a:r>
            <a:br>
              <a:rPr lang="en-US" sz="2000" dirty="0"/>
            </a:br>
            <a:r>
              <a:rPr lang="en-US" sz="2000" dirty="0"/>
              <a:t>• Input Validation for all user inputs</a:t>
            </a:r>
            <a:br>
              <a:rPr lang="en-US" sz="2000" dirty="0"/>
            </a:br>
            <a:r>
              <a:rPr lang="en-US" sz="2000" dirty="0"/>
              <a:t>• Exception Handling for error management</a:t>
            </a:r>
            <a:br>
              <a:rPr lang="en-US" sz="2000" dirty="0"/>
            </a:br>
            <a:r>
              <a:rPr lang="en-US" sz="2000" dirty="0"/>
              <a:t>• User Interface Enhancement using CSS</a:t>
            </a:r>
            <a:br>
              <a:rPr lang="en-US" sz="2000" dirty="0"/>
            </a:br>
            <a:r>
              <a:rPr lang="en-US" sz="2000" dirty="0"/>
              <a:t>• Complete integration of Frontend, Backend, and Database</a:t>
            </a:r>
          </a:p>
          <a:p>
            <a:r>
              <a:rPr lang="en-US" sz="2000" dirty="0"/>
              <a:t>Final Completion Status:</a:t>
            </a:r>
            <a:br>
              <a:rPr lang="en-US" sz="2000" dirty="0"/>
            </a:br>
            <a:r>
              <a:rPr lang="en-US" sz="2000" dirty="0"/>
              <a:t>100% of the system is completed and fully functional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2617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047842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73426"/>
            <a:ext cx="10515600" cy="4169135"/>
          </a:xfrm>
        </p:spPr>
        <p:txBody>
          <a:bodyPr>
            <a:noAutofit/>
          </a:bodyPr>
          <a:lstStyle/>
          <a:p>
            <a:r>
              <a:rPr lang="en-US" sz="1600" dirty="0"/>
              <a:t>Comprehensive testing was performed to ensure system reliability and performance:</a:t>
            </a:r>
          </a:p>
          <a:p>
            <a:r>
              <a:rPr lang="en-US" sz="1600" dirty="0"/>
              <a:t>Functional Testing</a:t>
            </a:r>
            <a:br>
              <a:rPr lang="en-US" sz="1600" dirty="0"/>
            </a:br>
            <a:r>
              <a:rPr lang="en-US" sz="1600" dirty="0"/>
              <a:t>• All modules tested: login, cart, order processing, and order history</a:t>
            </a:r>
            <a:br>
              <a:rPr lang="en-US" sz="1600" dirty="0"/>
            </a:br>
            <a:r>
              <a:rPr lang="en-US" sz="1600" dirty="0"/>
              <a:t>• Verified correct system behavior </a:t>
            </a:r>
          </a:p>
          <a:p>
            <a:r>
              <a:rPr lang="en-US" sz="1600" dirty="0"/>
              <a:t>Validation Testing</a:t>
            </a:r>
            <a:br>
              <a:rPr lang="en-US" sz="1600" dirty="0"/>
            </a:br>
            <a:r>
              <a:rPr lang="en-US" sz="1600" dirty="0"/>
              <a:t>• Checked input fields for invalid and empty data</a:t>
            </a:r>
            <a:br>
              <a:rPr lang="en-US" sz="1600" dirty="0"/>
            </a:br>
            <a:r>
              <a:rPr lang="en-US" sz="1600" dirty="0"/>
              <a:t>• Proper error messages are displayed </a:t>
            </a:r>
          </a:p>
          <a:p>
            <a:r>
              <a:rPr lang="en-US" sz="1600" dirty="0"/>
              <a:t>Integration Testing</a:t>
            </a:r>
            <a:br>
              <a:rPr lang="en-US" sz="1600" dirty="0"/>
            </a:br>
            <a:r>
              <a:rPr lang="en-US" sz="1600" dirty="0"/>
              <a:t>• Verified communication between JSP, Servlets, DAO, and MySQL</a:t>
            </a:r>
            <a:br>
              <a:rPr lang="en-US" sz="1600" dirty="0"/>
            </a:br>
            <a:r>
              <a:rPr lang="en-US" sz="1600" dirty="0"/>
              <a:t>• Ensured smooth data flow </a:t>
            </a:r>
          </a:p>
          <a:p>
            <a:r>
              <a:rPr lang="en-US" sz="1600" dirty="0"/>
              <a:t>Session Testing</a:t>
            </a:r>
            <a:br>
              <a:rPr lang="en-US" sz="1600" dirty="0"/>
            </a:br>
            <a:r>
              <a:rPr lang="en-US" sz="1600" dirty="0"/>
              <a:t>• Verified session handling for login and cart</a:t>
            </a:r>
            <a:br>
              <a:rPr lang="en-US" sz="1600" dirty="0"/>
            </a:br>
            <a:r>
              <a:rPr lang="en-US" sz="1600" dirty="0"/>
              <a:t>• Ensured secure and consistent sessions </a:t>
            </a:r>
          </a:p>
          <a:p>
            <a:r>
              <a:rPr lang="en-US" sz="1600" dirty="0"/>
              <a:t>UI Testing</a:t>
            </a:r>
            <a:br>
              <a:rPr lang="en-US" sz="1600" dirty="0"/>
            </a:br>
            <a:r>
              <a:rPr lang="en-US" sz="1600" dirty="0"/>
              <a:t>• Improved design using CSS</a:t>
            </a:r>
            <a:br>
              <a:rPr lang="en-US" sz="1600" dirty="0"/>
            </a:br>
            <a:r>
              <a:rPr lang="en-US" sz="1600" dirty="0"/>
              <a:t>• Checked layout, responsiveness, and usability </a:t>
            </a:r>
          </a:p>
          <a:p>
            <a:r>
              <a:rPr lang="en-US" sz="1600" dirty="0"/>
              <a:t>End-to-End Testing</a:t>
            </a:r>
            <a:br>
              <a:rPr lang="en-US" sz="1600" dirty="0"/>
            </a:br>
            <a:r>
              <a:rPr lang="en-US" sz="1600" dirty="0"/>
              <a:t>• Tested complete workflow: Login → Browse → Add to Cart → Place Order → View Orders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8051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6"/>
            <a:ext cx="10515600" cy="453063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70000"/>
              </a:lnSpc>
            </a:pPr>
            <a:r>
              <a:rPr lang="en-US" sz="2000" dirty="0"/>
              <a:t>The Food Delivery Web Application has been successfully designed, developed, and tested.</a:t>
            </a:r>
          </a:p>
          <a:p>
            <a:pPr>
              <a:lnSpc>
                <a:spcPct val="170000"/>
              </a:lnSpc>
            </a:pPr>
            <a:r>
              <a:rPr lang="en-US" sz="2000" dirty="0"/>
              <a:t>Through this internship, I gained: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000" dirty="0"/>
              <a:t>• Strong understanding of full-stack web development</a:t>
            </a:r>
            <a:br>
              <a:rPr lang="en-US" sz="2000" dirty="0"/>
            </a:br>
            <a:r>
              <a:rPr lang="en-US" sz="2000" dirty="0"/>
              <a:t>• Practical experience with Java, JSP, Servlets, and MySQL</a:t>
            </a:r>
            <a:br>
              <a:rPr lang="en-US" sz="2000" dirty="0"/>
            </a:br>
            <a:r>
              <a:rPr lang="en-US" sz="2000" dirty="0"/>
              <a:t>• Knowledge of MVC architecture and DAO design pattern</a:t>
            </a:r>
            <a:br>
              <a:rPr lang="en-US" sz="2000" dirty="0"/>
            </a:br>
            <a:r>
              <a:rPr lang="en-US" sz="2000" dirty="0"/>
              <a:t>• Experience in building real-world web applications</a:t>
            </a:r>
            <a:br>
              <a:rPr lang="en-US" sz="2000" dirty="0"/>
            </a:br>
            <a:r>
              <a:rPr lang="en-US" sz="2000" dirty="0"/>
              <a:t>• Improved coding, debugging, and problem-solving skills</a:t>
            </a:r>
          </a:p>
          <a:p>
            <a:pPr>
              <a:lnSpc>
                <a:spcPct val="170000"/>
              </a:lnSpc>
            </a:pPr>
            <a:r>
              <a:rPr lang="en-US" sz="2000" dirty="0"/>
              <a:t>This project reflects real-world application development and prepares me for a Software Developer role</a:t>
            </a:r>
          </a:p>
          <a:p>
            <a:pPr marL="0" indent="0">
              <a:lnSpc>
                <a:spcPct val="17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2399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1783"/>
            <a:ext cx="10515600" cy="39007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000" dirty="0"/>
              <a:t>• Official Java Documentation (Oracle)</a:t>
            </a:r>
            <a:br>
              <a:rPr lang="en-IN" sz="2000" dirty="0"/>
            </a:br>
            <a:r>
              <a:rPr lang="en-IN" sz="2000" dirty="0"/>
              <a:t>• JDBC Documentation (Oracle)</a:t>
            </a:r>
            <a:br>
              <a:rPr lang="en-IN" sz="2000" dirty="0"/>
            </a:br>
            <a:r>
              <a:rPr lang="en-IN" sz="2000" dirty="0"/>
              <a:t>• Apache Tomcat Official Documentation</a:t>
            </a:r>
            <a:br>
              <a:rPr lang="en-IN" sz="2000" dirty="0"/>
            </a:br>
            <a:r>
              <a:rPr lang="en-IN" sz="2000" dirty="0"/>
              <a:t>• MySQL Official Documentation</a:t>
            </a:r>
            <a:br>
              <a:rPr lang="en-IN" sz="2000" dirty="0"/>
            </a:br>
            <a:r>
              <a:rPr lang="en-IN" sz="2000" dirty="0"/>
              <a:t>• W3Schools – HTML, CSS, JavaScript</a:t>
            </a:r>
            <a:br>
              <a:rPr lang="en-IN" sz="2000" dirty="0"/>
            </a:br>
            <a:r>
              <a:rPr lang="en-IN" sz="2000" dirty="0"/>
              <a:t>• Tap Academy Training Materials</a:t>
            </a:r>
            <a:br>
              <a:rPr lang="en-IN" sz="2000" dirty="0"/>
            </a:br>
            <a:r>
              <a:rPr lang="en-IN" sz="2000" dirty="0"/>
              <a:t>• Thai Platform (Pre-recorded learning modules provided by Tap Academy)</a:t>
            </a:r>
            <a:br>
              <a:rPr lang="en-IN" sz="2000" dirty="0"/>
            </a:br>
            <a:r>
              <a:rPr lang="en-IN" sz="2000" dirty="0"/>
              <a:t>• Mentor Guidance and Notes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9398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https://github.com/Thrupthidr/Food-Delivery-Web-Application.git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19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7041</TotalTime>
  <Words>1817</Words>
  <Application>Microsoft Office PowerPoint</Application>
  <PresentationFormat>Widescreen</PresentationFormat>
  <Paragraphs>187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System Implementation</vt:lpstr>
      <vt:lpstr>System Testing</vt:lpstr>
      <vt:lpstr>Conclusion</vt:lpstr>
      <vt:lpstr>References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Admin</cp:lastModifiedBy>
  <cp:revision>741</cp:revision>
  <dcterms:created xsi:type="dcterms:W3CDTF">2022-10-14T07:18:17Z</dcterms:created>
  <dcterms:modified xsi:type="dcterms:W3CDTF">2026-04-28T13:07:45Z</dcterms:modified>
</cp:coreProperties>
</file>