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>
        <p:scale>
          <a:sx n="64" d="100"/>
          <a:sy n="64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AA87248-B7B5-42D0-88AA-9B8BDABDA5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4C762572-8007-4B02-8530-A39144C55B01}" type="parTrans" cxnId="{23DBB9FF-B583-4A37-8FB0-69D42A4D8AE3}">
      <dgm:prSet/>
      <dgm:spPr/>
      <dgm:t>
        <a:bodyPr/>
        <a:lstStyle/>
        <a:p>
          <a:endParaRPr lang="en-IN"/>
        </a:p>
      </dgm:t>
    </dgm:pt>
    <dgm:pt modelId="{F968C63C-105F-4D1D-B392-4CCE717FD3C0}" type="sibTrans" cxnId="{23DBB9FF-B583-4A37-8FB0-69D42A4D8AE3}">
      <dgm:prSet/>
      <dgm:spPr/>
      <dgm:t>
        <a:bodyPr/>
        <a:lstStyle/>
        <a:p>
          <a:endParaRPr lang="en-IN"/>
        </a:p>
      </dgm:t>
    </dgm:pt>
    <dgm:pt modelId="{996DE2EE-DA4E-48A3-8ECC-A7D0D92D15AD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Fundamentals of Core Java</a:t>
          </a:r>
        </a:p>
        <a:p>
          <a:pPr algn="l">
            <a:buFont typeface="Arial" panose="020B0604020202020204" pitchFamily="34" charset="0"/>
            <a:buChar char="•"/>
          </a:pPr>
          <a:r>
            <a:rPr lang="en-IN" dirty="0"/>
            <a:t>Structured Query Language (SQL)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008F67-C1F8-490C-BBAA-0EF14F9C2AA3}" type="parTrans" cxnId="{A59938B1-9FEF-4177-975C-C79A9B9016C3}">
      <dgm:prSet/>
      <dgm:spPr/>
      <dgm:t>
        <a:bodyPr/>
        <a:lstStyle/>
        <a:p>
          <a:endParaRPr lang="en-IN"/>
        </a:p>
      </dgm:t>
    </dgm:pt>
    <dgm:pt modelId="{F4EF3D01-2599-4C61-802D-95ABB36572DD}" type="sibTrans" cxnId="{A59938B1-9FEF-4177-975C-C79A9B9016C3}">
      <dgm:prSet/>
      <dgm:spPr/>
      <dgm:t>
        <a:bodyPr/>
        <a:lstStyle/>
        <a:p>
          <a:endParaRPr lang="en-IN"/>
        </a:p>
      </dgm:t>
    </dgm:pt>
    <dgm:pt modelId="{83047586-400D-4B14-827A-E86687ACE557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Introduction to JSP and Servlets</a:t>
          </a:r>
        </a:p>
      </dgm:t>
    </dgm:pt>
    <dgm:pt modelId="{02B3E0CD-086A-4909-B396-78874678A988}" type="parTrans" cxnId="{D3B06CE5-CA9A-41AE-86F2-D22F095C5B89}">
      <dgm:prSet/>
      <dgm:spPr/>
      <dgm:t>
        <a:bodyPr/>
        <a:lstStyle/>
        <a:p>
          <a:endParaRPr lang="en-IN"/>
        </a:p>
      </dgm:t>
    </dgm:pt>
    <dgm:pt modelId="{A5FFD783-F71E-4B6F-AE41-8474419CF12C}" type="sibTrans" cxnId="{D3B06CE5-CA9A-41AE-86F2-D22F095C5B89}">
      <dgm:prSet/>
      <dgm:spPr/>
      <dgm:t>
        <a:bodyPr/>
        <a:lstStyle/>
        <a:p>
          <a:endParaRPr lang="en-IN"/>
        </a:p>
      </dgm:t>
    </dgm:pt>
    <dgm:pt modelId="{80A29B93-9B1B-4E0A-849D-5DD10715BAB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Basic programming and problem-solving concepts</a:t>
          </a:r>
        </a:p>
      </dgm:t>
    </dgm:pt>
    <dgm:pt modelId="{11F51240-625E-48FB-8767-396DCDB281C6}" type="parTrans" cxnId="{559D609F-C6CA-463D-A265-8A42602DFE35}">
      <dgm:prSet/>
      <dgm:spPr/>
      <dgm:t>
        <a:bodyPr/>
        <a:lstStyle/>
        <a:p>
          <a:endParaRPr lang="en-IN"/>
        </a:p>
      </dgm:t>
    </dgm:pt>
    <dgm:pt modelId="{49E3EB35-993A-44AF-99FB-AF8398D2338C}" type="sibTrans" cxnId="{559D609F-C6CA-463D-A265-8A42602DFE35}">
      <dgm:prSet/>
      <dgm:spPr/>
      <dgm:t>
        <a:bodyPr/>
        <a:lstStyle/>
        <a:p>
          <a:endParaRPr lang="en-IN"/>
        </a:p>
      </dgm:t>
    </dgm:pt>
    <dgm:pt modelId="{359CCF85-1232-46EE-A829-A900BD82DB5D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3D6BB422-F3FF-4625-B9BD-D00FDFA62ED6}" type="parTrans" cxnId="{C8F90576-3B74-43A0-B33D-9102FECEDF6D}">
      <dgm:prSet/>
      <dgm:spPr/>
      <dgm:t>
        <a:bodyPr/>
        <a:lstStyle/>
        <a:p>
          <a:endParaRPr lang="en-IN"/>
        </a:p>
      </dgm:t>
    </dgm:pt>
    <dgm:pt modelId="{62192D12-2D03-453E-882D-D6FCF679F5A1}" type="sibTrans" cxnId="{C8F90576-3B74-43A0-B33D-9102FECEDF6D}">
      <dgm:prSet/>
      <dgm:spPr/>
      <dgm:t>
        <a:bodyPr/>
        <a:lstStyle/>
        <a:p>
          <a:endParaRPr lang="en-IN"/>
        </a:p>
      </dgm:t>
    </dgm:pt>
    <dgm:pt modelId="{FF83F32E-E15F-46FC-9881-A3381AED4A66}">
      <dgm:prSet phldrT="[Text]"/>
      <dgm:spPr/>
      <dgm:t>
        <a:bodyPr/>
        <a:lstStyle/>
        <a:p>
          <a:pPr algn="l"/>
          <a:r>
            <a:rPr lang="en-IN" dirty="0"/>
            <a:t>Core Java–based application development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CA1584-B5CE-4057-910A-2CF13EB7BCFF}" type="parTrans" cxnId="{E5D14713-A065-4B2E-B4CF-5B508647D8E0}">
      <dgm:prSet/>
      <dgm:spPr/>
      <dgm:t>
        <a:bodyPr/>
        <a:lstStyle/>
        <a:p>
          <a:endParaRPr lang="en-IN"/>
        </a:p>
      </dgm:t>
    </dgm:pt>
    <dgm:pt modelId="{CBD34BB5-87EA-40D1-978C-CFA1B18F432C}" type="sibTrans" cxnId="{E5D14713-A065-4B2E-B4CF-5B508647D8E0}">
      <dgm:prSet/>
      <dgm:spPr/>
      <dgm:t>
        <a:bodyPr/>
        <a:lstStyle/>
        <a:p>
          <a:endParaRPr lang="en-IN"/>
        </a:p>
      </dgm:t>
    </dgm:pt>
    <dgm:pt modelId="{320E168B-C430-464A-A258-76EF211FA97B}">
      <dgm:prSet/>
      <dgm:spPr/>
      <dgm:t>
        <a:bodyPr/>
        <a:lstStyle/>
        <a:p>
          <a:pPr algn="l">
            <a:buNone/>
          </a:pPr>
          <a:r>
            <a:rPr lang="en-US" dirty="0"/>
            <a:t>JSP–Servlet request and response lifecycle</a:t>
          </a:r>
        </a:p>
      </dgm:t>
    </dgm:pt>
    <dgm:pt modelId="{6D3E7272-42B9-476A-9014-6B4DD408A191}" type="parTrans" cxnId="{25800D75-D5FF-4C06-A0C1-FC9832B5F7E5}">
      <dgm:prSet/>
      <dgm:spPr/>
      <dgm:t>
        <a:bodyPr/>
        <a:lstStyle/>
        <a:p>
          <a:endParaRPr lang="en-IN"/>
        </a:p>
      </dgm:t>
    </dgm:pt>
    <dgm:pt modelId="{C67E7F70-F033-4070-9CB1-7D6D70EA4C7C}" type="sibTrans" cxnId="{25800D75-D5FF-4C06-A0C1-FC9832B5F7E5}">
      <dgm:prSet/>
      <dgm:spPr/>
      <dgm:t>
        <a:bodyPr/>
        <a:lstStyle/>
        <a:p>
          <a:endParaRPr lang="en-IN"/>
        </a:p>
      </dgm:t>
    </dgm:pt>
    <dgm:pt modelId="{8766EBA0-BE05-4FEA-AEF9-15194689BA82}">
      <dgm:prSet/>
      <dgm:spPr/>
      <dgm:t>
        <a:bodyPr/>
        <a:lstStyle/>
        <a:p>
          <a:pPr algn="l">
            <a:buNone/>
          </a:pPr>
          <a:r>
            <a:rPr lang="en-US" dirty="0"/>
            <a:t>Implementation and understanding of MVC and DAO architecture</a:t>
          </a:r>
        </a:p>
      </dgm:t>
    </dgm:pt>
    <dgm:pt modelId="{D5150B3A-CB43-4142-8CAC-DFE85E8481D4}" type="parTrans" cxnId="{1BFDF42F-63F9-4223-ACE8-9678E7CE9CE1}">
      <dgm:prSet/>
      <dgm:spPr/>
      <dgm:t>
        <a:bodyPr/>
        <a:lstStyle/>
        <a:p>
          <a:endParaRPr lang="en-IN"/>
        </a:p>
      </dgm:t>
    </dgm:pt>
    <dgm:pt modelId="{61A526D5-CC7C-4557-B939-670FB21C35CB}" type="sibTrans" cxnId="{1BFDF42F-63F9-4223-ACE8-9678E7CE9CE1}">
      <dgm:prSet/>
      <dgm:spPr/>
      <dgm:t>
        <a:bodyPr/>
        <a:lstStyle/>
        <a:p>
          <a:endParaRPr lang="en-IN"/>
        </a:p>
      </dgm:t>
    </dgm:pt>
    <dgm:pt modelId="{A5E7EC94-8168-4B2F-B8DC-96A3E386F72B}">
      <dgm:prSet/>
      <dgm:spPr/>
      <dgm:t>
        <a:bodyPr/>
        <a:lstStyle/>
        <a:p>
          <a:pPr algn="l">
            <a:buNone/>
          </a:pPr>
          <a:r>
            <a:rPr lang="en-IN" dirty="0"/>
            <a:t>Database connectivity using JDBC</a:t>
          </a:r>
        </a:p>
      </dgm:t>
    </dgm:pt>
    <dgm:pt modelId="{A859CEBC-F5B0-437C-BE95-630BE3713F58}" type="parTrans" cxnId="{7E97C9A3-1C1A-44A9-9BED-AE77A37A5243}">
      <dgm:prSet/>
      <dgm:spPr/>
      <dgm:t>
        <a:bodyPr/>
        <a:lstStyle/>
        <a:p>
          <a:endParaRPr lang="en-IN"/>
        </a:p>
      </dgm:t>
    </dgm:pt>
    <dgm:pt modelId="{F063C876-AFF1-413F-A7B2-C3E7DE867079}" type="sibTrans" cxnId="{7E97C9A3-1C1A-44A9-9BED-AE77A37A5243}">
      <dgm:prSet/>
      <dgm:spPr/>
      <dgm:t>
        <a:bodyPr/>
        <a:lstStyle/>
        <a:p>
          <a:endParaRPr lang="en-IN"/>
        </a:p>
      </dgm:t>
    </dgm:pt>
    <dgm:pt modelId="{4689F580-3DCF-4596-BDB0-74BFBBF7D908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E898EB68-79C6-419F-8460-F088ED087DAC}" type="parTrans" cxnId="{92604B9E-36C6-4DF8-A1C3-86709D066A61}">
      <dgm:prSet/>
      <dgm:spPr/>
      <dgm:t>
        <a:bodyPr/>
        <a:lstStyle/>
        <a:p>
          <a:endParaRPr lang="en-IN"/>
        </a:p>
      </dgm:t>
    </dgm:pt>
    <dgm:pt modelId="{FDEC6528-A989-4E1F-853F-F57733EE2565}" type="sibTrans" cxnId="{92604B9E-36C6-4DF8-A1C3-86709D066A61}">
      <dgm:prSet/>
      <dgm:spPr/>
      <dgm:t>
        <a:bodyPr/>
        <a:lstStyle/>
        <a:p>
          <a:endParaRPr lang="en-IN"/>
        </a:p>
      </dgm:t>
    </dgm:pt>
    <dgm:pt modelId="{2D0AE26A-600D-478C-B58C-542A3F85ABFB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Cart management functionality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81F380-91DF-43D0-8E60-63E5C3039868}" type="parTrans" cxnId="{667227A4-550E-40E9-A1B1-031DCF87D9CE}">
      <dgm:prSet/>
      <dgm:spPr/>
      <dgm:t>
        <a:bodyPr/>
        <a:lstStyle/>
        <a:p>
          <a:endParaRPr lang="en-IN"/>
        </a:p>
      </dgm:t>
    </dgm:pt>
    <dgm:pt modelId="{2DD08D61-A058-4A5F-975F-0D5CA75BDA8D}" type="sibTrans" cxnId="{667227A4-550E-40E9-A1B1-031DCF87D9CE}">
      <dgm:prSet/>
      <dgm:spPr/>
      <dgm:t>
        <a:bodyPr/>
        <a:lstStyle/>
        <a:p>
          <a:endParaRPr lang="en-IN"/>
        </a:p>
      </dgm:t>
    </dgm:pt>
    <dgm:pt modelId="{7555F710-079C-4CA9-8BA7-D451732F4AB4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Order processing workflow</a:t>
          </a:r>
        </a:p>
      </dgm:t>
    </dgm:pt>
    <dgm:pt modelId="{AA103FAF-E908-45C3-AA9C-FC0C51E909A2}" type="parTrans" cxnId="{45398B7D-FC35-406E-91BE-3EB716D713CB}">
      <dgm:prSet/>
      <dgm:spPr/>
      <dgm:t>
        <a:bodyPr/>
        <a:lstStyle/>
        <a:p>
          <a:endParaRPr lang="en-IN"/>
        </a:p>
      </dgm:t>
    </dgm:pt>
    <dgm:pt modelId="{36B47C6A-B96C-43F7-ABDE-ED5BCA0FC7CA}" type="sibTrans" cxnId="{45398B7D-FC35-406E-91BE-3EB716D713CB}">
      <dgm:prSet/>
      <dgm:spPr/>
      <dgm:t>
        <a:bodyPr/>
        <a:lstStyle/>
        <a:p>
          <a:endParaRPr lang="en-IN"/>
        </a:p>
      </dgm:t>
    </dgm:pt>
    <dgm:pt modelId="{6AFA794D-8D6B-425A-A046-984DD6A4DDD5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Session management and handling</a:t>
          </a:r>
        </a:p>
      </dgm:t>
    </dgm:pt>
    <dgm:pt modelId="{AF824B04-09E9-4899-9366-B46CEA55690B}" type="parTrans" cxnId="{CD036DF1-654C-4029-8757-677FC8CD49A6}">
      <dgm:prSet/>
      <dgm:spPr/>
      <dgm:t>
        <a:bodyPr/>
        <a:lstStyle/>
        <a:p>
          <a:endParaRPr lang="en-IN"/>
        </a:p>
      </dgm:t>
    </dgm:pt>
    <dgm:pt modelId="{93E4D84A-2CCD-4A15-8E89-D2A0CC002B13}" type="sibTrans" cxnId="{CD036DF1-654C-4029-8757-677FC8CD49A6}">
      <dgm:prSet/>
      <dgm:spPr/>
      <dgm:t>
        <a:bodyPr/>
        <a:lstStyle/>
        <a:p>
          <a:endParaRPr lang="en-IN"/>
        </a:p>
      </dgm:t>
    </dgm:pt>
    <dgm:pt modelId="{41BE04DB-7EBE-4D89-A005-F264124F1CB7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FC1E7FF0-87B7-4186-9CBC-641FF7EDD54D}" type="parTrans" cxnId="{1BDD6365-E898-4C20-9C6A-2C6D3DBA5444}">
      <dgm:prSet/>
      <dgm:spPr/>
      <dgm:t>
        <a:bodyPr/>
        <a:lstStyle/>
        <a:p>
          <a:endParaRPr lang="en-IN"/>
        </a:p>
      </dgm:t>
    </dgm:pt>
    <dgm:pt modelId="{0EFA8001-7BEE-429F-B3CB-1A6522B3A78E}" type="sibTrans" cxnId="{1BDD6365-E898-4C20-9C6A-2C6D3DBA5444}">
      <dgm:prSet/>
      <dgm:spPr/>
      <dgm:t>
        <a:bodyPr/>
        <a:lstStyle/>
        <a:p>
          <a:endParaRPr lang="en-IN"/>
        </a:p>
      </dgm:t>
    </dgm:pt>
    <dgm:pt modelId="{B516EC1F-73C2-4AEF-9BA6-2DFF216D124A}">
      <dgm:prSet/>
      <dgm:spPr/>
      <dgm:t>
        <a:bodyPr/>
        <a:lstStyle/>
        <a:p>
          <a:pPr algn="l"/>
          <a:r>
            <a:rPr lang="en-US" dirty="0"/>
            <a:t>User interface enhancement using CSS</a:t>
          </a:r>
          <a:endParaRPr lang="en-IN" dirty="0"/>
        </a:p>
      </dgm:t>
    </dgm:pt>
    <dgm:pt modelId="{08683BD2-BFE0-43F4-930A-41A566E2B606}" type="parTrans" cxnId="{47D5E7B3-D527-4D02-BF11-DE0BC1E101D9}">
      <dgm:prSet/>
      <dgm:spPr/>
      <dgm:t>
        <a:bodyPr/>
        <a:lstStyle/>
        <a:p>
          <a:endParaRPr lang="en-IN"/>
        </a:p>
      </dgm:t>
    </dgm:pt>
    <dgm:pt modelId="{7F91FF47-DF9B-4255-94F0-907A36F15713}" type="sibTrans" cxnId="{47D5E7B3-D527-4D02-BF11-DE0BC1E101D9}">
      <dgm:prSet/>
      <dgm:spPr/>
      <dgm:t>
        <a:bodyPr/>
        <a:lstStyle/>
        <a:p>
          <a:endParaRPr lang="en-IN"/>
        </a:p>
      </dgm:t>
    </dgm:pt>
    <dgm:pt modelId="{3D1ADCAB-31E4-4DBD-BCFB-EECB5402E020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Input validation and exception handling</a:t>
          </a:r>
        </a:p>
      </dgm:t>
    </dgm:pt>
    <dgm:pt modelId="{05FAAAA3-06DB-40C5-8541-6AD2178E1368}" type="parTrans" cxnId="{81D60F32-85F7-4B23-8CA1-8D9135E001A5}">
      <dgm:prSet/>
      <dgm:spPr/>
      <dgm:t>
        <a:bodyPr/>
        <a:lstStyle/>
        <a:p>
          <a:endParaRPr lang="en-IN"/>
        </a:p>
      </dgm:t>
    </dgm:pt>
    <dgm:pt modelId="{5F12AB5E-B1BE-45D0-AB8C-E0E700485B89}" type="sibTrans" cxnId="{81D60F32-85F7-4B23-8CA1-8D9135E001A5}">
      <dgm:prSet/>
      <dgm:spPr/>
      <dgm:t>
        <a:bodyPr/>
        <a:lstStyle/>
        <a:p>
          <a:endParaRPr lang="en-IN"/>
        </a:p>
      </dgm:t>
    </dgm:pt>
    <dgm:pt modelId="{B190F5AD-1166-4486-9D4E-44E3BADC7114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Application testing</a:t>
          </a:r>
        </a:p>
      </dgm:t>
    </dgm:pt>
    <dgm:pt modelId="{0CC03C7F-9849-41EC-A042-8DAE12D2A1E2}" type="parTrans" cxnId="{D69C5CBF-632B-4EA6-A098-3F726D902968}">
      <dgm:prSet/>
      <dgm:spPr/>
      <dgm:t>
        <a:bodyPr/>
        <a:lstStyle/>
        <a:p>
          <a:endParaRPr lang="en-IN"/>
        </a:p>
      </dgm:t>
    </dgm:pt>
    <dgm:pt modelId="{B05786EA-C2F7-41E6-8230-55ABCF371C98}" type="sibTrans" cxnId="{D69C5CBF-632B-4EA6-A098-3F726D902968}">
      <dgm:prSet/>
      <dgm:spPr/>
      <dgm:t>
        <a:bodyPr/>
        <a:lstStyle/>
        <a:p>
          <a:endParaRPr lang="en-IN"/>
        </a:p>
      </dgm:t>
    </dgm:pt>
    <dgm:pt modelId="{5172E191-8C89-4874-8F95-F542DE4A4F3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6CDE5E77-9044-4DB3-A32D-344BC59C0DF9}" type="parTrans" cxnId="{D4D0BD39-350D-4CAC-B5AE-450A6BAD2A34}">
      <dgm:prSet/>
      <dgm:spPr/>
      <dgm:t>
        <a:bodyPr/>
        <a:lstStyle/>
        <a:p>
          <a:endParaRPr lang="en-IN"/>
        </a:p>
      </dgm:t>
    </dgm:pt>
    <dgm:pt modelId="{879C0CB4-FE31-4BAF-8F17-05B0C8C7E993}" type="sibTrans" cxnId="{D4D0BD39-350D-4CAC-B5AE-450A6BAD2A34}">
      <dgm:prSet/>
      <dgm:spPr/>
      <dgm:t>
        <a:bodyPr/>
        <a:lstStyle/>
        <a:p>
          <a:endParaRPr lang="en-IN"/>
        </a:p>
      </dgm:t>
    </dgm:pt>
    <dgm:pt modelId="{7B69CE89-98CA-4FCB-8322-A4A0310AE01F}">
      <dgm:prSet/>
      <dgm:spPr/>
      <dgm:t>
        <a:bodyPr/>
        <a:lstStyle/>
        <a:p>
          <a:pPr algn="l"/>
          <a:r>
            <a:rPr lang="en-IN" dirty="0"/>
            <a:t>Complete project demonstration</a:t>
          </a:r>
        </a:p>
      </dgm:t>
    </dgm:pt>
    <dgm:pt modelId="{3F0D11ED-D4B9-49C8-9030-BB3E45D6783D}" type="parTrans" cxnId="{24DA30E0-0C7E-4A37-A51A-17DBD1112847}">
      <dgm:prSet/>
      <dgm:spPr/>
      <dgm:t>
        <a:bodyPr/>
        <a:lstStyle/>
        <a:p>
          <a:endParaRPr lang="en-IN"/>
        </a:p>
      </dgm:t>
    </dgm:pt>
    <dgm:pt modelId="{795C1A05-39D1-45EB-9F6B-3AD31A273EA3}" type="sibTrans" cxnId="{24DA30E0-0C7E-4A37-A51A-17DBD1112847}">
      <dgm:prSet/>
      <dgm:spPr/>
      <dgm:t>
        <a:bodyPr/>
        <a:lstStyle/>
        <a:p>
          <a:endParaRPr lang="en-IN"/>
        </a:p>
      </dgm:t>
    </dgm:pt>
    <dgm:pt modelId="{8FE6F8A3-BDA4-4B02-87A0-E6693E4675A9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Frontend and backend integration</a:t>
          </a:r>
        </a:p>
      </dgm:t>
    </dgm:pt>
    <dgm:pt modelId="{03377A4D-5FA1-425B-A260-DD2BB4F26149}" type="parTrans" cxnId="{F981E2A8-5649-4857-97ED-0FF400B81F18}">
      <dgm:prSet/>
      <dgm:spPr/>
      <dgm:t>
        <a:bodyPr/>
        <a:lstStyle/>
        <a:p>
          <a:endParaRPr lang="en-IN"/>
        </a:p>
      </dgm:t>
    </dgm:pt>
    <dgm:pt modelId="{D1CBBD01-968C-4BBB-B1AE-6705333B5AAC}" type="sibTrans" cxnId="{F981E2A8-5649-4857-97ED-0FF400B81F18}">
      <dgm:prSet/>
      <dgm:spPr/>
      <dgm:t>
        <a:bodyPr/>
        <a:lstStyle/>
        <a:p>
          <a:endParaRPr lang="en-IN"/>
        </a:p>
      </dgm:t>
    </dgm:pt>
    <dgm:pt modelId="{72AD76BA-F570-4019-A4EC-4488A02E6533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Final testing and documentation</a:t>
          </a:r>
        </a:p>
      </dgm:t>
    </dgm:pt>
    <dgm:pt modelId="{19F1B83C-274F-4293-BB93-59F32F1E9F09}" type="parTrans" cxnId="{2A66CCDE-23D7-4F84-ACE8-EB1440E90D41}">
      <dgm:prSet/>
      <dgm:spPr/>
      <dgm:t>
        <a:bodyPr/>
        <a:lstStyle/>
        <a:p>
          <a:endParaRPr lang="en-IN"/>
        </a:p>
      </dgm:t>
    </dgm:pt>
    <dgm:pt modelId="{2623523D-2975-4FC8-B775-C15317D45DC8}" type="sibTrans" cxnId="{2A66CCDE-23D7-4F84-ACE8-EB1440E90D41}">
      <dgm:prSet/>
      <dgm:spPr/>
      <dgm:t>
        <a:bodyPr/>
        <a:lstStyle/>
        <a:p>
          <a:endParaRPr lang="en-IN"/>
        </a:p>
      </dgm:t>
    </dgm:pt>
    <dgm:pt modelId="{C8B697BA-1040-4B1F-8237-83B16FFE3299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dirty="0"/>
            <a:t>GitHub repository submission</a:t>
          </a:r>
        </a:p>
      </dgm:t>
    </dgm:pt>
    <dgm:pt modelId="{FAC5ADD4-46C0-424A-A36F-25212BC79F85}" type="parTrans" cxnId="{0908BF32-4ACF-4E0D-BA7E-AA7CD17403F3}">
      <dgm:prSet/>
      <dgm:spPr/>
      <dgm:t>
        <a:bodyPr/>
        <a:lstStyle/>
        <a:p>
          <a:endParaRPr lang="en-IN"/>
        </a:p>
      </dgm:t>
    </dgm:pt>
    <dgm:pt modelId="{1351468B-96DC-4EEA-950B-0A2DAC3C82B7}" type="sibTrans" cxnId="{0908BF32-4ACF-4E0D-BA7E-AA7CD17403F3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D9408C56-F833-497C-9BDC-C72BED704D85}" type="pres">
      <dgm:prSet presAssocID="{5172E191-8C89-4874-8F95-F542DE4A4F36}" presName="ChildAccent5" presStyleCnt="0"/>
      <dgm:spPr/>
    </dgm:pt>
    <dgm:pt modelId="{CCCB41C0-D1A1-441D-880F-6DCC17DFD8F1}" type="pres">
      <dgm:prSet presAssocID="{5172E191-8C89-4874-8F95-F542DE4A4F36}" presName="ChildAccent" presStyleLbl="alignImgPlace1" presStyleIdx="0" presStyleCnt="5"/>
      <dgm:spPr/>
    </dgm:pt>
    <dgm:pt modelId="{495617C7-430D-4D46-AEDF-4728B234BC99}" type="pres">
      <dgm:prSet presAssocID="{5172E191-8C89-4874-8F95-F542DE4A4F3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C046819-1830-4CF4-99D2-1C68B64F0D1C}" type="pres">
      <dgm:prSet presAssocID="{5172E191-8C89-4874-8F95-F542DE4A4F3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779E2EE1-2D7A-4AE2-8D4B-6B458973E18C}" type="pres">
      <dgm:prSet presAssocID="{41BE04DB-7EBE-4D89-A005-F264124F1CB7}" presName="ChildAccent4" presStyleCnt="0"/>
      <dgm:spPr/>
    </dgm:pt>
    <dgm:pt modelId="{76436C02-213A-4AF4-91BA-1203289D767E}" type="pres">
      <dgm:prSet presAssocID="{41BE04DB-7EBE-4D89-A005-F264124F1CB7}" presName="ChildAccent" presStyleLbl="alignImgPlace1" presStyleIdx="1" presStyleCnt="5"/>
      <dgm:spPr/>
    </dgm:pt>
    <dgm:pt modelId="{427437B9-542F-4CAA-A73B-EACBA0F1B145}" type="pres">
      <dgm:prSet presAssocID="{41BE04DB-7EBE-4D89-A005-F264124F1CB7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2A5F25-1FA0-420B-9BA1-EE3A10401FB4}" type="pres">
      <dgm:prSet presAssocID="{41BE04DB-7EBE-4D89-A005-F264124F1CB7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14740776-E99F-4C7F-8523-34B30A12A1A5}" type="pres">
      <dgm:prSet presAssocID="{4689F580-3DCF-4596-BDB0-74BFBBF7D908}" presName="ChildAccent3" presStyleCnt="0"/>
      <dgm:spPr/>
    </dgm:pt>
    <dgm:pt modelId="{5CAC222A-F3AE-42D0-BE5F-41AF9F341F48}" type="pres">
      <dgm:prSet presAssocID="{4689F580-3DCF-4596-BDB0-74BFBBF7D908}" presName="ChildAccent" presStyleLbl="alignImgPlace1" presStyleIdx="2" presStyleCnt="5" custLinFactNeighborX="-125" custLinFactNeighborY="-475"/>
      <dgm:spPr/>
    </dgm:pt>
    <dgm:pt modelId="{E11A2C4F-CA8A-4DCB-9A2D-097D25D82E31}" type="pres">
      <dgm:prSet presAssocID="{4689F580-3DCF-4596-BDB0-74BFBBF7D908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81C79C-E1D9-49AA-8F63-AD6C18E0B7BB}" type="pres">
      <dgm:prSet presAssocID="{4689F580-3DCF-4596-BDB0-74BFBBF7D908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2AE51FCC-FC95-4F4E-9B1C-DD104EB1F50E}" type="pres">
      <dgm:prSet presAssocID="{359CCF85-1232-46EE-A829-A900BD82DB5D}" presName="ChildAccent2" presStyleCnt="0"/>
      <dgm:spPr/>
    </dgm:pt>
    <dgm:pt modelId="{43643F3E-22AE-4CE8-A627-789396F7E6E1}" type="pres">
      <dgm:prSet presAssocID="{359CCF85-1232-46EE-A829-A900BD82DB5D}" presName="ChildAccent" presStyleLbl="alignImgPlace1" presStyleIdx="3" presStyleCnt="5"/>
      <dgm:spPr/>
    </dgm:pt>
    <dgm:pt modelId="{DB2452C6-5EB1-4F1F-BC6F-5EE356FB2D07}" type="pres">
      <dgm:prSet presAssocID="{359CCF85-1232-46EE-A829-A900BD82DB5D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DFF80B-2C3B-4FF0-8315-AD7FB1BE46C5}" type="pres">
      <dgm:prSet presAssocID="{359CCF85-1232-46EE-A829-A900BD82DB5D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C53A2BD1-3B6A-4511-90DA-5F7C04319A46}" type="pres">
      <dgm:prSet presAssocID="{0AA87248-B7B5-42D0-88AA-9B8BDABDA5EE}" presName="ChildAccent1" presStyleCnt="0"/>
      <dgm:spPr/>
    </dgm:pt>
    <dgm:pt modelId="{B07C3A0D-F5AF-41B8-8E97-32479B77729C}" type="pres">
      <dgm:prSet presAssocID="{0AA87248-B7B5-42D0-88AA-9B8BDABDA5EE}" presName="ChildAccent" presStyleLbl="alignImgPlace1" presStyleIdx="4" presStyleCnt="5"/>
      <dgm:spPr/>
    </dgm:pt>
    <dgm:pt modelId="{6D9F53DB-D767-4E5F-B0BE-B0EB78959BFB}" type="pres">
      <dgm:prSet presAssocID="{0AA87248-B7B5-42D0-88AA-9B8BDABDA5EE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E8D3CA7-5A82-4677-A52B-F138227D53D4}" type="pres">
      <dgm:prSet presAssocID="{0AA87248-B7B5-42D0-88AA-9B8BDABDA5EE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01FA0F00-3EC3-4ACF-AA32-57FEDE2B9357}" type="presOf" srcId="{4689F580-3DCF-4596-BDB0-74BFBBF7D908}" destId="{0081C79C-E1D9-49AA-8F63-AD6C18E0B7BB}" srcOrd="0" destOrd="0" presId="urn:microsoft.com/office/officeart/2011/layout/InterconnectedBlockProcess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E5D14713-A065-4B2E-B4CF-5B508647D8E0}" srcId="{359CCF85-1232-46EE-A829-A900BD82DB5D}" destId="{FF83F32E-E15F-46FC-9881-A3381AED4A66}" srcOrd="0" destOrd="0" parTransId="{E6CA1584-B5CE-4057-910A-2CF13EB7BCFF}" sibTransId="{CBD34BB5-87EA-40D1-978C-CFA1B18F432C}"/>
    <dgm:cxn modelId="{B748CF17-DAB0-4FFE-8780-9736F2F6D508}" type="presOf" srcId="{7B69CE89-98CA-4FCB-8322-A4A0310AE01F}" destId="{495617C7-430D-4D46-AEDF-4728B234BC99}" srcOrd="1" destOrd="0" presId="urn:microsoft.com/office/officeart/2011/layout/InterconnectedBlockProcess"/>
    <dgm:cxn modelId="{8FB5611B-0E79-4A93-81CE-17F30CC96799}" type="presOf" srcId="{80A29B93-9B1B-4E0A-849D-5DD10715BABD}" destId="{B07C3A0D-F5AF-41B8-8E97-32479B77729C}" srcOrd="0" destOrd="2" presId="urn:microsoft.com/office/officeart/2011/layout/InterconnectedBlockProcess"/>
    <dgm:cxn modelId="{9058CF1D-35BC-4050-AFE5-A4B533679B5D}" type="presOf" srcId="{83047586-400D-4B14-827A-E86687ACE557}" destId="{B07C3A0D-F5AF-41B8-8E97-32479B77729C}" srcOrd="0" destOrd="1" presId="urn:microsoft.com/office/officeart/2011/layout/InterconnectedBlockProcess"/>
    <dgm:cxn modelId="{AF03DC1F-8ACD-4017-A62C-1ACC959C852B}" type="presOf" srcId="{0AA87248-B7B5-42D0-88AA-9B8BDABDA5EE}" destId="{2E8D3CA7-5A82-4677-A52B-F138227D53D4}" srcOrd="0" destOrd="0" presId="urn:microsoft.com/office/officeart/2011/layout/InterconnectedBlockProcess"/>
    <dgm:cxn modelId="{3866F723-9469-4FB2-A1E1-4687B53F5A61}" type="presOf" srcId="{A5E7EC94-8168-4B2F-B8DC-96A3E386F72B}" destId="{43643F3E-22AE-4CE8-A627-789396F7E6E1}" srcOrd="0" destOrd="3" presId="urn:microsoft.com/office/officeart/2011/layout/InterconnectedBlockProcess"/>
    <dgm:cxn modelId="{5D2FF72A-3D10-4B94-9A45-ABBB6D0ABB4C}" type="presOf" srcId="{FF83F32E-E15F-46FC-9881-A3381AED4A66}" destId="{43643F3E-22AE-4CE8-A627-789396F7E6E1}" srcOrd="0" destOrd="0" presId="urn:microsoft.com/office/officeart/2011/layout/InterconnectedBlockProcess"/>
    <dgm:cxn modelId="{1BFDF42F-63F9-4223-ACE8-9678E7CE9CE1}" srcId="{359CCF85-1232-46EE-A829-A900BD82DB5D}" destId="{8766EBA0-BE05-4FEA-AEF9-15194689BA82}" srcOrd="2" destOrd="0" parTransId="{D5150B3A-CB43-4142-8CAC-DFE85E8481D4}" sibTransId="{61A526D5-CC7C-4557-B939-670FB21C35CB}"/>
    <dgm:cxn modelId="{81D60F32-85F7-4B23-8CA1-8D9135E001A5}" srcId="{41BE04DB-7EBE-4D89-A005-F264124F1CB7}" destId="{3D1ADCAB-31E4-4DBD-BCFB-EECB5402E020}" srcOrd="1" destOrd="0" parTransId="{05FAAAA3-06DB-40C5-8541-6AD2178E1368}" sibTransId="{5F12AB5E-B1BE-45D0-AB8C-E0E700485B89}"/>
    <dgm:cxn modelId="{0908BF32-4ACF-4E0D-BA7E-AA7CD17403F3}" srcId="{5172E191-8C89-4874-8F95-F542DE4A4F36}" destId="{C8B697BA-1040-4B1F-8237-83B16FFE3299}" srcOrd="3" destOrd="0" parTransId="{FAC5ADD4-46C0-424A-A36F-25212BC79F85}" sibTransId="{1351468B-96DC-4EEA-950B-0A2DAC3C82B7}"/>
    <dgm:cxn modelId="{AB072339-091C-4318-980A-181A8F761FDE}" type="presOf" srcId="{8766EBA0-BE05-4FEA-AEF9-15194689BA82}" destId="{DB2452C6-5EB1-4F1F-BC6F-5EE356FB2D07}" srcOrd="1" destOrd="2" presId="urn:microsoft.com/office/officeart/2011/layout/InterconnectedBlockProcess"/>
    <dgm:cxn modelId="{D4D0BD39-350D-4CAC-B5AE-450A6BAD2A34}" srcId="{5751524B-FB67-4894-A0C5-35151E149D68}" destId="{5172E191-8C89-4874-8F95-F542DE4A4F36}" srcOrd="4" destOrd="0" parTransId="{6CDE5E77-9044-4DB3-A32D-344BC59C0DF9}" sibTransId="{879C0CB4-FE31-4BAF-8F17-05B0C8C7E993}"/>
    <dgm:cxn modelId="{FBED8E40-469A-46B2-A21F-51F8A49916AA}" type="presOf" srcId="{B190F5AD-1166-4486-9D4E-44E3BADC7114}" destId="{427437B9-542F-4CAA-A73B-EACBA0F1B145}" srcOrd="1" destOrd="2" presId="urn:microsoft.com/office/officeart/2011/layout/InterconnectedBlockProcess"/>
    <dgm:cxn modelId="{638A855D-13BB-40CD-BE1B-DE63C2748BD7}" type="presOf" srcId="{7B69CE89-98CA-4FCB-8322-A4A0310AE01F}" destId="{CCCB41C0-D1A1-441D-880F-6DCC17DFD8F1}" srcOrd="0" destOrd="0" presId="urn:microsoft.com/office/officeart/2011/layout/InterconnectedBlockProcess"/>
    <dgm:cxn modelId="{6EB4A560-8F0B-4077-98EE-4453240B2AAD}" type="presOf" srcId="{8766EBA0-BE05-4FEA-AEF9-15194689BA82}" destId="{43643F3E-22AE-4CE8-A627-789396F7E6E1}" srcOrd="0" destOrd="2" presId="urn:microsoft.com/office/officeart/2011/layout/InterconnectedBlockProcess"/>
    <dgm:cxn modelId="{F8B8DE64-3B3F-42E4-92D8-91F41D3F539E}" type="presOf" srcId="{B190F5AD-1166-4486-9D4E-44E3BADC7114}" destId="{76436C02-213A-4AF4-91BA-1203289D767E}" srcOrd="0" destOrd="2" presId="urn:microsoft.com/office/officeart/2011/layout/InterconnectedBlockProcess"/>
    <dgm:cxn modelId="{1BDD6365-E898-4C20-9C6A-2C6D3DBA5444}" srcId="{5751524B-FB67-4894-A0C5-35151E149D68}" destId="{41BE04DB-7EBE-4D89-A005-F264124F1CB7}" srcOrd="3" destOrd="0" parTransId="{FC1E7FF0-87B7-4186-9CBC-641FF7EDD54D}" sibTransId="{0EFA8001-7BEE-429F-B3CB-1A6522B3A78E}"/>
    <dgm:cxn modelId="{25E2C266-B0A8-4E6D-8C6D-4D0E66A1DCDE}" type="presOf" srcId="{996DE2EE-DA4E-48A3-8ECC-A7D0D92D15AD}" destId="{B07C3A0D-F5AF-41B8-8E97-32479B77729C}" srcOrd="0" destOrd="0" presId="urn:microsoft.com/office/officeart/2011/layout/InterconnectedBlockProcess"/>
    <dgm:cxn modelId="{F4EC7E49-3C29-4EC8-9CBC-04E0D4543045}" type="presOf" srcId="{FF83F32E-E15F-46FC-9881-A3381AED4A66}" destId="{DB2452C6-5EB1-4F1F-BC6F-5EE356FB2D07}" srcOrd="1" destOrd="0" presId="urn:microsoft.com/office/officeart/2011/layout/InterconnectedBlockProcess"/>
    <dgm:cxn modelId="{4E3B1071-1E3A-4995-BA31-E1789FEC8E0E}" type="presOf" srcId="{80A29B93-9B1B-4E0A-849D-5DD10715BABD}" destId="{6D9F53DB-D767-4E5F-B0BE-B0EB78959BFB}" srcOrd="1" destOrd="2" presId="urn:microsoft.com/office/officeart/2011/layout/InterconnectedBlockProcess"/>
    <dgm:cxn modelId="{25800D75-D5FF-4C06-A0C1-FC9832B5F7E5}" srcId="{359CCF85-1232-46EE-A829-A900BD82DB5D}" destId="{320E168B-C430-464A-A258-76EF211FA97B}" srcOrd="1" destOrd="0" parTransId="{6D3E7272-42B9-476A-9014-6B4DD408A191}" sibTransId="{C67E7F70-F033-4070-9CB1-7D6D70EA4C7C}"/>
    <dgm:cxn modelId="{C8F90576-3B74-43A0-B33D-9102FECEDF6D}" srcId="{5751524B-FB67-4894-A0C5-35151E149D68}" destId="{359CCF85-1232-46EE-A829-A900BD82DB5D}" srcOrd="1" destOrd="0" parTransId="{3D6BB422-F3FF-4625-B9BD-D00FDFA62ED6}" sibTransId="{62192D12-2D03-453E-882D-D6FCF679F5A1}"/>
    <dgm:cxn modelId="{55564F57-FEC5-4B64-8284-A4527874450C}" type="presOf" srcId="{7555F710-079C-4CA9-8BA7-D451732F4AB4}" destId="{5CAC222A-F3AE-42D0-BE5F-41AF9F341F48}" srcOrd="0" destOrd="1" presId="urn:microsoft.com/office/officeart/2011/layout/InterconnectedBlockProcess"/>
    <dgm:cxn modelId="{FECD8078-6D09-4F06-8395-2204D96B400D}" type="presOf" srcId="{B516EC1F-73C2-4AEF-9BA6-2DFF216D124A}" destId="{427437B9-542F-4CAA-A73B-EACBA0F1B145}" srcOrd="1" destOrd="0" presId="urn:microsoft.com/office/officeart/2011/layout/InterconnectedBlockProcess"/>
    <dgm:cxn modelId="{42ECAC5A-DD3B-49BA-90EE-C9A6D45AD476}" type="presOf" srcId="{3D1ADCAB-31E4-4DBD-BCFB-EECB5402E020}" destId="{76436C02-213A-4AF4-91BA-1203289D767E}" srcOrd="0" destOrd="1" presId="urn:microsoft.com/office/officeart/2011/layout/InterconnectedBlockProcess"/>
    <dgm:cxn modelId="{45398B7D-FC35-406E-91BE-3EB716D713CB}" srcId="{4689F580-3DCF-4596-BDB0-74BFBBF7D908}" destId="{7555F710-079C-4CA9-8BA7-D451732F4AB4}" srcOrd="1" destOrd="0" parTransId="{AA103FAF-E908-45C3-AA9C-FC0C51E909A2}" sibTransId="{36B47C6A-B96C-43F7-ABDE-ED5BCA0FC7CA}"/>
    <dgm:cxn modelId="{FA58FB7F-0980-4FAC-B493-964EF73969F1}" type="presOf" srcId="{359CCF85-1232-46EE-A829-A900BD82DB5D}" destId="{A6DFF80B-2C3B-4FF0-8315-AD7FB1BE46C5}" srcOrd="0" destOrd="0" presId="urn:microsoft.com/office/officeart/2011/layout/InterconnectedBlockProcess"/>
    <dgm:cxn modelId="{3AE4F682-E6BC-41A9-B19E-354414A2AD14}" type="presOf" srcId="{72AD76BA-F570-4019-A4EC-4488A02E6533}" destId="{495617C7-430D-4D46-AEDF-4728B234BC99}" srcOrd="1" destOrd="2" presId="urn:microsoft.com/office/officeart/2011/layout/InterconnectedBlockProcess"/>
    <dgm:cxn modelId="{0F63348C-1CC4-499E-9AA0-77F5C5A5EB40}" type="presOf" srcId="{72AD76BA-F570-4019-A4EC-4488A02E6533}" destId="{CCCB41C0-D1A1-441D-880F-6DCC17DFD8F1}" srcOrd="0" destOrd="2" presId="urn:microsoft.com/office/officeart/2011/layout/InterconnectedBlockProcess"/>
    <dgm:cxn modelId="{9C9D3594-99C4-4E74-90AF-0C76F21979C3}" type="presOf" srcId="{7555F710-079C-4CA9-8BA7-D451732F4AB4}" destId="{E11A2C4F-CA8A-4DCB-9A2D-097D25D82E31}" srcOrd="1" destOrd="1" presId="urn:microsoft.com/office/officeart/2011/layout/InterconnectedBlockProcess"/>
    <dgm:cxn modelId="{3150229E-F31E-4BB3-ABDB-CE1C6FAE2460}" type="presOf" srcId="{2D0AE26A-600D-478C-B58C-542A3F85ABFB}" destId="{E11A2C4F-CA8A-4DCB-9A2D-097D25D82E31}" srcOrd="1" destOrd="0" presId="urn:microsoft.com/office/officeart/2011/layout/InterconnectedBlockProcess"/>
    <dgm:cxn modelId="{92604B9E-36C6-4DF8-A1C3-86709D066A61}" srcId="{5751524B-FB67-4894-A0C5-35151E149D68}" destId="{4689F580-3DCF-4596-BDB0-74BFBBF7D908}" srcOrd="2" destOrd="0" parTransId="{E898EB68-79C6-419F-8460-F088ED087DAC}" sibTransId="{FDEC6528-A989-4E1F-853F-F57733EE2565}"/>
    <dgm:cxn modelId="{559D609F-C6CA-463D-A265-8A42602DFE35}" srcId="{0AA87248-B7B5-42D0-88AA-9B8BDABDA5EE}" destId="{80A29B93-9B1B-4E0A-849D-5DD10715BABD}" srcOrd="2" destOrd="0" parTransId="{11F51240-625E-48FB-8767-396DCDB281C6}" sibTransId="{49E3EB35-993A-44AF-99FB-AF8398D2338C}"/>
    <dgm:cxn modelId="{34D900A0-8FA2-431A-BBD7-D3BD15FE942C}" type="presOf" srcId="{3D1ADCAB-31E4-4DBD-BCFB-EECB5402E020}" destId="{427437B9-542F-4CAA-A73B-EACBA0F1B145}" srcOrd="1" destOrd="1" presId="urn:microsoft.com/office/officeart/2011/layout/InterconnectedBlockProcess"/>
    <dgm:cxn modelId="{4A95BCA3-E70A-40AD-809C-9A2B0479FFF7}" type="presOf" srcId="{83047586-400D-4B14-827A-E86687ACE557}" destId="{6D9F53DB-D767-4E5F-B0BE-B0EB78959BFB}" srcOrd="1" destOrd="1" presId="urn:microsoft.com/office/officeart/2011/layout/InterconnectedBlockProcess"/>
    <dgm:cxn modelId="{7E97C9A3-1C1A-44A9-9BED-AE77A37A5243}" srcId="{359CCF85-1232-46EE-A829-A900BD82DB5D}" destId="{A5E7EC94-8168-4B2F-B8DC-96A3E386F72B}" srcOrd="3" destOrd="0" parTransId="{A859CEBC-F5B0-437C-BE95-630BE3713F58}" sibTransId="{F063C876-AFF1-413F-A7B2-C3E7DE867079}"/>
    <dgm:cxn modelId="{667227A4-550E-40E9-A1B1-031DCF87D9CE}" srcId="{4689F580-3DCF-4596-BDB0-74BFBBF7D908}" destId="{2D0AE26A-600D-478C-B58C-542A3F85ABFB}" srcOrd="0" destOrd="0" parTransId="{5F81F380-91DF-43D0-8E60-63E5C3039868}" sibTransId="{2DD08D61-A058-4A5F-975F-0D5CA75BDA8D}"/>
    <dgm:cxn modelId="{F981E2A8-5649-4857-97ED-0FF400B81F18}" srcId="{5172E191-8C89-4874-8F95-F542DE4A4F36}" destId="{8FE6F8A3-BDA4-4B02-87A0-E6693E4675A9}" srcOrd="1" destOrd="0" parTransId="{03377A4D-5FA1-425B-A260-DD2BB4F26149}" sibTransId="{D1CBBD01-968C-4BBB-B1AE-6705333B5AAC}"/>
    <dgm:cxn modelId="{0DA689AC-5E37-441E-B808-8653955FEEF9}" type="presOf" srcId="{6AFA794D-8D6B-425A-A046-984DD6A4DDD5}" destId="{E11A2C4F-CA8A-4DCB-9A2D-097D25D82E31}" srcOrd="1" destOrd="2" presId="urn:microsoft.com/office/officeart/2011/layout/InterconnectedBlockProcess"/>
    <dgm:cxn modelId="{A59938B1-9FEF-4177-975C-C79A9B9016C3}" srcId="{0AA87248-B7B5-42D0-88AA-9B8BDABDA5EE}" destId="{996DE2EE-DA4E-48A3-8ECC-A7D0D92D15AD}" srcOrd="0" destOrd="0" parTransId="{44008F67-C1F8-490C-BBAA-0EF14F9C2AA3}" sibTransId="{F4EF3D01-2599-4C61-802D-95ABB36572DD}"/>
    <dgm:cxn modelId="{47D5E7B3-D527-4D02-BF11-DE0BC1E101D9}" srcId="{41BE04DB-7EBE-4D89-A005-F264124F1CB7}" destId="{B516EC1F-73C2-4AEF-9BA6-2DFF216D124A}" srcOrd="0" destOrd="0" parTransId="{08683BD2-BFE0-43F4-930A-41A566E2B606}" sibTransId="{7F91FF47-DF9B-4255-94F0-907A36F15713}"/>
    <dgm:cxn modelId="{EDA824B5-4BF3-42C6-B672-24404AEB1578}" type="presOf" srcId="{6AFA794D-8D6B-425A-A046-984DD6A4DDD5}" destId="{5CAC222A-F3AE-42D0-BE5F-41AF9F341F48}" srcOrd="0" destOrd="2" presId="urn:microsoft.com/office/officeart/2011/layout/InterconnectedBlockProcess"/>
    <dgm:cxn modelId="{B961DCB6-C53C-40C2-8B93-055EE3135D45}" type="presOf" srcId="{2D0AE26A-600D-478C-B58C-542A3F85ABFB}" destId="{5CAC222A-F3AE-42D0-BE5F-41AF9F341F48}" srcOrd="0" destOrd="0" presId="urn:microsoft.com/office/officeart/2011/layout/InterconnectedBlockProcess"/>
    <dgm:cxn modelId="{B3D5AAB8-B6B8-49BB-ABC7-0C5B0EB5A7B0}" type="presOf" srcId="{A5E7EC94-8168-4B2F-B8DC-96A3E386F72B}" destId="{DB2452C6-5EB1-4F1F-BC6F-5EE356FB2D07}" srcOrd="1" destOrd="3" presId="urn:microsoft.com/office/officeart/2011/layout/InterconnectedBlockProcess"/>
    <dgm:cxn modelId="{D69C5CBF-632B-4EA6-A098-3F726D902968}" srcId="{41BE04DB-7EBE-4D89-A005-F264124F1CB7}" destId="{B190F5AD-1166-4486-9D4E-44E3BADC7114}" srcOrd="2" destOrd="0" parTransId="{0CC03C7F-9849-41EC-A042-8DAE12D2A1E2}" sibTransId="{B05786EA-C2F7-41E6-8230-55ABCF371C98}"/>
    <dgm:cxn modelId="{E5D2E4C3-76E4-48C6-B52F-FB032538C89D}" type="presOf" srcId="{8FE6F8A3-BDA4-4B02-87A0-E6693E4675A9}" destId="{CCCB41C0-D1A1-441D-880F-6DCC17DFD8F1}" srcOrd="0" destOrd="1" presId="urn:microsoft.com/office/officeart/2011/layout/InterconnectedBlockProcess"/>
    <dgm:cxn modelId="{981D84C7-4988-445A-9E08-26B7A81B2106}" type="presOf" srcId="{C8B697BA-1040-4B1F-8237-83B16FFE3299}" destId="{CCCB41C0-D1A1-441D-880F-6DCC17DFD8F1}" srcOrd="0" destOrd="3" presId="urn:microsoft.com/office/officeart/2011/layout/InterconnectedBlockProcess"/>
    <dgm:cxn modelId="{ED21F1CE-E2A4-4A4D-939C-4E5D488FF6C0}" type="presOf" srcId="{41BE04DB-7EBE-4D89-A005-F264124F1CB7}" destId="{4C2A5F25-1FA0-420B-9BA1-EE3A10401FB4}" srcOrd="0" destOrd="0" presId="urn:microsoft.com/office/officeart/2011/layout/InterconnectedBlockProcess"/>
    <dgm:cxn modelId="{A65DAEDE-F8C6-46BB-B282-62138A4E25F8}" type="presOf" srcId="{8FE6F8A3-BDA4-4B02-87A0-E6693E4675A9}" destId="{495617C7-430D-4D46-AEDF-4728B234BC99}" srcOrd="1" destOrd="1" presId="urn:microsoft.com/office/officeart/2011/layout/InterconnectedBlockProcess"/>
    <dgm:cxn modelId="{2A66CCDE-23D7-4F84-ACE8-EB1440E90D41}" srcId="{5172E191-8C89-4874-8F95-F542DE4A4F36}" destId="{72AD76BA-F570-4019-A4EC-4488A02E6533}" srcOrd="2" destOrd="0" parTransId="{19F1B83C-274F-4293-BB93-59F32F1E9F09}" sibTransId="{2623523D-2975-4FC8-B775-C15317D45DC8}"/>
    <dgm:cxn modelId="{24DA30E0-0C7E-4A37-A51A-17DBD1112847}" srcId="{5172E191-8C89-4874-8F95-F542DE4A4F36}" destId="{7B69CE89-98CA-4FCB-8322-A4A0310AE01F}" srcOrd="0" destOrd="0" parTransId="{3F0D11ED-D4B9-49C8-9030-BB3E45D6783D}" sibTransId="{795C1A05-39D1-45EB-9F6B-3AD31A273EA3}"/>
    <dgm:cxn modelId="{E5A119E2-6184-449A-AB76-E56BC4DC3C64}" type="presOf" srcId="{320E168B-C430-464A-A258-76EF211FA97B}" destId="{43643F3E-22AE-4CE8-A627-789396F7E6E1}" srcOrd="0" destOrd="1" presId="urn:microsoft.com/office/officeart/2011/layout/InterconnectedBlockProcess"/>
    <dgm:cxn modelId="{D3B06CE5-CA9A-41AE-86F2-D22F095C5B89}" srcId="{0AA87248-B7B5-42D0-88AA-9B8BDABDA5EE}" destId="{83047586-400D-4B14-827A-E86687ACE557}" srcOrd="1" destOrd="0" parTransId="{02B3E0CD-086A-4909-B396-78874678A988}" sibTransId="{A5FFD783-F71E-4B6F-AE41-8474419CF12C}"/>
    <dgm:cxn modelId="{95B69DEF-D12F-40C5-BC7D-BD0324FF6B7E}" type="presOf" srcId="{5172E191-8C89-4874-8F95-F542DE4A4F36}" destId="{FC046819-1830-4CF4-99D2-1C68B64F0D1C}" srcOrd="0" destOrd="0" presId="urn:microsoft.com/office/officeart/2011/layout/InterconnectedBlockProcess"/>
    <dgm:cxn modelId="{CD036DF1-654C-4029-8757-677FC8CD49A6}" srcId="{4689F580-3DCF-4596-BDB0-74BFBBF7D908}" destId="{6AFA794D-8D6B-425A-A046-984DD6A4DDD5}" srcOrd="2" destOrd="0" parTransId="{AF824B04-09E9-4899-9366-B46CEA55690B}" sibTransId="{93E4D84A-2CCD-4A15-8E89-D2A0CC002B13}"/>
    <dgm:cxn modelId="{62DDABFB-C302-4DBA-ACA0-9EFAE302ADA1}" type="presOf" srcId="{996DE2EE-DA4E-48A3-8ECC-A7D0D92D15AD}" destId="{6D9F53DB-D767-4E5F-B0BE-B0EB78959BFB}" srcOrd="1" destOrd="0" presId="urn:microsoft.com/office/officeart/2011/layout/InterconnectedBlockProcess"/>
    <dgm:cxn modelId="{575C88FE-3C96-47D2-A8D6-D7D303A340E6}" type="presOf" srcId="{C8B697BA-1040-4B1F-8237-83B16FFE3299}" destId="{495617C7-430D-4D46-AEDF-4728B234BC99}" srcOrd="1" destOrd="3" presId="urn:microsoft.com/office/officeart/2011/layout/InterconnectedBlockProcess"/>
    <dgm:cxn modelId="{DBC3DBFE-8BF5-4091-B339-421624BE0EF6}" type="presOf" srcId="{B516EC1F-73C2-4AEF-9BA6-2DFF216D124A}" destId="{76436C02-213A-4AF4-91BA-1203289D767E}" srcOrd="0" destOrd="0" presId="urn:microsoft.com/office/officeart/2011/layout/InterconnectedBlockProcess"/>
    <dgm:cxn modelId="{F2D524FF-D315-4F1F-A216-8A6F7DC19E9B}" type="presOf" srcId="{320E168B-C430-464A-A258-76EF211FA97B}" destId="{DB2452C6-5EB1-4F1F-BC6F-5EE356FB2D07}" srcOrd="1" destOrd="1" presId="urn:microsoft.com/office/officeart/2011/layout/InterconnectedBlockProcess"/>
    <dgm:cxn modelId="{23DBB9FF-B583-4A37-8FB0-69D42A4D8AE3}" srcId="{5751524B-FB67-4894-A0C5-35151E149D68}" destId="{0AA87248-B7B5-42D0-88AA-9B8BDABDA5EE}" srcOrd="0" destOrd="0" parTransId="{4C762572-8007-4B02-8530-A39144C55B01}" sibTransId="{F968C63C-105F-4D1D-B392-4CCE717FD3C0}"/>
    <dgm:cxn modelId="{F6AADCD4-5DE2-425F-901D-DDE18BF7585D}" type="presParOf" srcId="{A6BCDA7B-D633-438F-B44D-CB4D60E5C492}" destId="{D9408C56-F833-497C-9BDC-C72BED704D85}" srcOrd="0" destOrd="0" presId="urn:microsoft.com/office/officeart/2011/layout/InterconnectedBlockProcess"/>
    <dgm:cxn modelId="{6528673F-4836-4218-9EF1-D01539F2F0F3}" type="presParOf" srcId="{D9408C56-F833-497C-9BDC-C72BED704D85}" destId="{CCCB41C0-D1A1-441D-880F-6DCC17DFD8F1}" srcOrd="0" destOrd="0" presId="urn:microsoft.com/office/officeart/2011/layout/InterconnectedBlockProcess"/>
    <dgm:cxn modelId="{ECB35F2E-2892-4368-9581-C2F727367E25}" type="presParOf" srcId="{A6BCDA7B-D633-438F-B44D-CB4D60E5C492}" destId="{495617C7-430D-4D46-AEDF-4728B234BC99}" srcOrd="1" destOrd="0" presId="urn:microsoft.com/office/officeart/2011/layout/InterconnectedBlockProcess"/>
    <dgm:cxn modelId="{0AB85847-D0B9-4349-8A46-E83014B87088}" type="presParOf" srcId="{A6BCDA7B-D633-438F-B44D-CB4D60E5C492}" destId="{FC046819-1830-4CF4-99D2-1C68B64F0D1C}" srcOrd="2" destOrd="0" presId="urn:microsoft.com/office/officeart/2011/layout/InterconnectedBlockProcess"/>
    <dgm:cxn modelId="{B696B4B3-9DA8-418D-B780-DCB143D3B7C2}" type="presParOf" srcId="{A6BCDA7B-D633-438F-B44D-CB4D60E5C492}" destId="{779E2EE1-2D7A-4AE2-8D4B-6B458973E18C}" srcOrd="3" destOrd="0" presId="urn:microsoft.com/office/officeart/2011/layout/InterconnectedBlockProcess"/>
    <dgm:cxn modelId="{EF324D88-3293-452F-9A40-6AB18472825F}" type="presParOf" srcId="{779E2EE1-2D7A-4AE2-8D4B-6B458973E18C}" destId="{76436C02-213A-4AF4-91BA-1203289D767E}" srcOrd="0" destOrd="0" presId="urn:microsoft.com/office/officeart/2011/layout/InterconnectedBlockProcess"/>
    <dgm:cxn modelId="{B0733165-808C-4B44-AC74-F92D37189ACE}" type="presParOf" srcId="{A6BCDA7B-D633-438F-B44D-CB4D60E5C492}" destId="{427437B9-542F-4CAA-A73B-EACBA0F1B145}" srcOrd="4" destOrd="0" presId="urn:microsoft.com/office/officeart/2011/layout/InterconnectedBlockProcess"/>
    <dgm:cxn modelId="{E11CBC6A-5A5F-443A-83EE-7CA16FC9645C}" type="presParOf" srcId="{A6BCDA7B-D633-438F-B44D-CB4D60E5C492}" destId="{4C2A5F25-1FA0-420B-9BA1-EE3A10401FB4}" srcOrd="5" destOrd="0" presId="urn:microsoft.com/office/officeart/2011/layout/InterconnectedBlockProcess"/>
    <dgm:cxn modelId="{B2B6DE02-2419-4684-89DD-148D39EB4569}" type="presParOf" srcId="{A6BCDA7B-D633-438F-B44D-CB4D60E5C492}" destId="{14740776-E99F-4C7F-8523-34B30A12A1A5}" srcOrd="6" destOrd="0" presId="urn:microsoft.com/office/officeart/2011/layout/InterconnectedBlockProcess"/>
    <dgm:cxn modelId="{02CD54AD-6DBD-4126-8173-B8A9C5337B6D}" type="presParOf" srcId="{14740776-E99F-4C7F-8523-34B30A12A1A5}" destId="{5CAC222A-F3AE-42D0-BE5F-41AF9F341F48}" srcOrd="0" destOrd="0" presId="urn:microsoft.com/office/officeart/2011/layout/InterconnectedBlockProcess"/>
    <dgm:cxn modelId="{79A2FDF4-2CEE-45BE-96BB-42AC35DD5F7A}" type="presParOf" srcId="{A6BCDA7B-D633-438F-B44D-CB4D60E5C492}" destId="{E11A2C4F-CA8A-4DCB-9A2D-097D25D82E31}" srcOrd="7" destOrd="0" presId="urn:microsoft.com/office/officeart/2011/layout/InterconnectedBlockProcess"/>
    <dgm:cxn modelId="{E22E03F3-91EC-4C88-94B2-3EC205B1B303}" type="presParOf" srcId="{A6BCDA7B-D633-438F-B44D-CB4D60E5C492}" destId="{0081C79C-E1D9-49AA-8F63-AD6C18E0B7BB}" srcOrd="8" destOrd="0" presId="urn:microsoft.com/office/officeart/2011/layout/InterconnectedBlockProcess"/>
    <dgm:cxn modelId="{63AAB70B-436B-4C09-994D-8715EC91A5B9}" type="presParOf" srcId="{A6BCDA7B-D633-438F-B44D-CB4D60E5C492}" destId="{2AE51FCC-FC95-4F4E-9B1C-DD104EB1F50E}" srcOrd="9" destOrd="0" presId="urn:microsoft.com/office/officeart/2011/layout/InterconnectedBlockProcess"/>
    <dgm:cxn modelId="{667B7362-2706-42E5-9F30-1DCE5954A1DE}" type="presParOf" srcId="{2AE51FCC-FC95-4F4E-9B1C-DD104EB1F50E}" destId="{43643F3E-22AE-4CE8-A627-789396F7E6E1}" srcOrd="0" destOrd="0" presId="urn:microsoft.com/office/officeart/2011/layout/InterconnectedBlockProcess"/>
    <dgm:cxn modelId="{E611964E-BB0D-4282-8267-E301E1828E61}" type="presParOf" srcId="{A6BCDA7B-D633-438F-B44D-CB4D60E5C492}" destId="{DB2452C6-5EB1-4F1F-BC6F-5EE356FB2D07}" srcOrd="10" destOrd="0" presId="urn:microsoft.com/office/officeart/2011/layout/InterconnectedBlockProcess"/>
    <dgm:cxn modelId="{C35F945B-6A57-4E26-819B-4A75C603E5AF}" type="presParOf" srcId="{A6BCDA7B-D633-438F-B44D-CB4D60E5C492}" destId="{A6DFF80B-2C3B-4FF0-8315-AD7FB1BE46C5}" srcOrd="11" destOrd="0" presId="urn:microsoft.com/office/officeart/2011/layout/InterconnectedBlockProcess"/>
    <dgm:cxn modelId="{106A204C-FF56-4E4F-A5A9-B15082E06216}" type="presParOf" srcId="{A6BCDA7B-D633-438F-B44D-CB4D60E5C492}" destId="{C53A2BD1-3B6A-4511-90DA-5F7C04319A46}" srcOrd="12" destOrd="0" presId="urn:microsoft.com/office/officeart/2011/layout/InterconnectedBlockProcess"/>
    <dgm:cxn modelId="{478E695F-0E9A-499C-B008-E592B34D1CB4}" type="presParOf" srcId="{C53A2BD1-3B6A-4511-90DA-5F7C04319A46}" destId="{B07C3A0D-F5AF-41B8-8E97-32479B77729C}" srcOrd="0" destOrd="0" presId="urn:microsoft.com/office/officeart/2011/layout/InterconnectedBlockProcess"/>
    <dgm:cxn modelId="{47BAB74E-E28E-444F-A2B3-C1477DA2FCEB}" type="presParOf" srcId="{A6BCDA7B-D633-438F-B44D-CB4D60E5C492}" destId="{6D9F53DB-D767-4E5F-B0BE-B0EB78959BFB}" srcOrd="13" destOrd="0" presId="urn:microsoft.com/office/officeart/2011/layout/InterconnectedBlockProcess"/>
    <dgm:cxn modelId="{7855DE98-19E9-4F84-987F-EE6E43A9892A}" type="presParOf" srcId="{A6BCDA7B-D633-438F-B44D-CB4D60E5C492}" destId="{2E8D3CA7-5A82-4677-A52B-F138227D53D4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B41C0-D1A1-441D-880F-6DCC17DFD8F1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Complete project demonstration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Frontend and backend integration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Final testing and documentation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GitHub repository submission</a:t>
          </a:r>
        </a:p>
      </dsp:txBody>
      <dsp:txXfrm>
        <a:off x="7335949" y="811639"/>
        <a:ext cx="1116055" cy="3246556"/>
      </dsp:txXfrm>
    </dsp:sp>
    <dsp:sp modelId="{FC046819-1830-4CF4-99D2-1C68B64F0D1C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76436C02-213A-4AF4-91BA-1203289D767E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User interface enhancement using CSS</a:t>
          </a:r>
          <a:endParaRPr lang="en-IN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Input validation and exception handling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Application testing</a:t>
          </a:r>
        </a:p>
      </dsp:txBody>
      <dsp:txXfrm>
        <a:off x="6060823" y="811639"/>
        <a:ext cx="1116055" cy="3043646"/>
      </dsp:txXfrm>
    </dsp:sp>
    <dsp:sp modelId="{4C2A5F25-1FA0-420B-9BA1-EE3A10401FB4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5CAC222A-F3AE-42D0-BE5F-41AF9F341F48}">
      <dsp:nvSpPr>
        <dsp:cNvPr id="0" name=""/>
        <dsp:cNvSpPr/>
      </dsp:nvSpPr>
      <dsp:spPr>
        <a:xfrm>
          <a:off x="4618638" y="798145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Cart management functionality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Order processing workflow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Session management and handling</a:t>
          </a:r>
        </a:p>
      </dsp:txBody>
      <dsp:txXfrm>
        <a:off x="4780904" y="798145"/>
        <a:ext cx="1116055" cy="2840736"/>
      </dsp:txXfrm>
    </dsp:sp>
    <dsp:sp modelId="{0081C79C-E1D9-49AA-8F63-AD6C18E0B7BB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43643F3E-22AE-4CE8-A627-789396F7E6E1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Core Java–based application development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JSP–Servlet request and response lifecycle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Implementation and understanding of MVC and DAO architecture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Database connectivity using JDBC</a:t>
          </a:r>
        </a:p>
      </dsp:txBody>
      <dsp:txXfrm>
        <a:off x="3504181" y="811639"/>
        <a:ext cx="1116055" cy="2637826"/>
      </dsp:txXfrm>
    </dsp:sp>
    <dsp:sp modelId="{A6DFF80B-2C3B-4FF0-8315-AD7FB1BE46C5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B07C3A0D-F5AF-41B8-8E97-32479B77729C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Fundamentals of Core Java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Structured Query Language (SQL)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Introduction to JSP and Servlets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Basic programming and problem-solving concepts</a:t>
          </a:r>
        </a:p>
      </dsp:txBody>
      <dsp:txXfrm>
        <a:off x="2225860" y="811639"/>
        <a:ext cx="1116055" cy="2434917"/>
      </dsp:txXfrm>
    </dsp:sp>
    <dsp:sp modelId="{2E8D3CA7-5A82-4677-A52B-F138227D53D4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Ms.Kalpana</a:t>
            </a: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K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</a:t>
            </a:r>
            <a:r>
              <a:rPr lang="en-IN" alt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Dr. Asif Mohammed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Mr.S.Sakthi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&amp;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Dr.R.Balakrishnan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INTERNSHIP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90725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THRUPTHI D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09" y="1332412"/>
            <a:ext cx="10515600" cy="419317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is an EdTech training institute that focuses on making students job-ready for the IT industry.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practical, skill-based learning in software development and computer science fundamentals.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mainly trains students in:</a:t>
            </a:r>
          </a:p>
          <a:p>
            <a:pPr>
              <a:lnSpc>
                <a:spcPct val="12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and Data Structures</a:t>
            </a:r>
          </a:p>
          <a:p>
            <a:pPr>
              <a:lnSpc>
                <a:spcPct val="12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</a:t>
            </a:r>
          </a:p>
          <a:p>
            <a:pPr>
              <a:lnSpc>
                <a:spcPct val="12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Computer Science concepts</a:t>
            </a:r>
          </a:p>
          <a:p>
            <a:pPr>
              <a:lnSpc>
                <a:spcPct val="12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and placement preparation</a:t>
            </a:r>
          </a:p>
          <a:p>
            <a:pPr>
              <a:lnSpc>
                <a:spcPct val="12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academy aims to bridge the gap between what students learn in college and what companies expect in real jobs.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to 3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2209"/>
            <a:ext cx="10515600" cy="3970352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working in the Software Development domain.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learning how to build complete software applications using both frontend and backend technologies.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covered include: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for creating user-friendly interfaces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Core Java and Advanced Java for handling application logic and server-side operations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Java-based frameworks to build structured, secure, and scalable applications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 for storing and managing application data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this domain: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are widely used in real IT companies to develop web and enterprise applications.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this full-stack technology set helps me understand how a complete software system works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 interface to database and prepares me for a professional role as a Software 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98173"/>
            <a:ext cx="10515600" cy="1482540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5070"/>
            <a:ext cx="10515600" cy="443749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currently part of a training-based software development program.</a:t>
            </a: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interns are not divided into project teams because the focus is on skill building and technical training.</a:t>
            </a:r>
          </a:p>
          <a:p>
            <a:pPr>
              <a:lnSpc>
                <a:spcPct val="10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structure is: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/ Trainers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design the learning modules and teach frontend, backend, Java, frameworks, and SQL.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 (Including Me)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attend training sessions, complete coding tasks, assignments, and mini-projects.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Structure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directly to my assigned trainer/mentor, who: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tasks and assignments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progress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guidance and feedback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Style: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individually on practice tasks and learning modules.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training phase, interns will be assigned to projects or teams based on performance and skills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93914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4339"/>
            <a:ext cx="10515600" cy="43182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journey, I faced a few important challenges: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the Right Internship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challenging to find an internship that matched my interest in software development and also provided proper learning and guidance.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Clearing the Selection Process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requirements, preparing for technical questions, and performing well in the interview was a learning experience.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Adapting to a New Learning Environment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from college-style learning to a professional training environment with regular coding practice and deadlines was challenging initially.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Learning Multiple Technologies Together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frontend, backend, Java, frameworks, and SQL at the same time required good time management and consistent practice.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Understanding Real-World Development Concepts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theoretical knowledge to practical implementation in coding and application development was a new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2026"/>
            <a:ext cx="10515600" cy="3940534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my internship work are: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knowledge of software development using frontend, backend, Java, frameworks, and SQL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real-world web applications are designed and built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my coding, problem-solving, and debugging skills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work with databases and server-side logic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myself for a professional role in the IT industry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done during this internship is used to build small applications, modules, and projects that reflect real software development practices and industry requirements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2900" dirty="0"/>
              <a:t>Before implementing the Food Delivery Web Application, a detailed study was carried out on software architectures, design patterns, and technologies relevant to the project.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Studied MVC (Model–View–Controller) Architecture to understand clear separation between presentation layer (JSP), controller layer (Servlets), and data layer (Model classes).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Reviewed DAO (Data Access Object) Design Pattern to handle database operations separately from business logic, improving maintainability and reusability.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Analyzed existing online food delivery applications to understand common modules such as user authentication, restaurant listing, menu display, and order flow.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Studied JSP and Servlets for handling request–response flow in Java-based web applications.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Learned JDBC with MySQL for performing CRUD operations and managing persistent data.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Studied Apache Tomcat server for deploying and running Java web applications.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Referred official documentation, mentor guidance, and practical examples to understand real-time application structure.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76228"/>
            <a:ext cx="2743200" cy="365125"/>
          </a:xfrm>
        </p:spPr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058195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6600" dirty="0"/>
              <a:t>The proposed system is a web-based Food Delivery Application developed using Java, JSP, Servlets, and MySQL.</a:t>
            </a:r>
          </a:p>
          <a:p>
            <a:pPr>
              <a:lnSpc>
                <a:spcPct val="120000"/>
              </a:lnSpc>
            </a:pPr>
            <a:r>
              <a:rPr lang="en-US" sz="6600" dirty="0"/>
              <a:t>The application allows users to:</a:t>
            </a:r>
          </a:p>
          <a:p>
            <a:pPr>
              <a:lnSpc>
                <a:spcPct val="120000"/>
              </a:lnSpc>
            </a:pPr>
            <a:r>
              <a:rPr lang="en-US" sz="6600" dirty="0"/>
              <a:t>• Register and Login</a:t>
            </a:r>
            <a:br>
              <a:rPr lang="en-US" sz="6600" dirty="0"/>
            </a:br>
            <a:r>
              <a:rPr lang="en-US" sz="6600" dirty="0"/>
              <a:t>• View Restaurants</a:t>
            </a:r>
            <a:br>
              <a:rPr lang="en-US" sz="6600" dirty="0"/>
            </a:br>
            <a:r>
              <a:rPr lang="en-US" sz="6600" dirty="0"/>
              <a:t>• View Menu Items</a:t>
            </a:r>
            <a:br>
              <a:rPr lang="en-US" sz="6600" dirty="0"/>
            </a:br>
            <a:r>
              <a:rPr lang="en-US" sz="6600" dirty="0"/>
              <a:t>• Add Items to Cart</a:t>
            </a:r>
            <a:br>
              <a:rPr lang="en-US" sz="6600" dirty="0"/>
            </a:br>
            <a:r>
              <a:rPr lang="en-US" sz="6600" dirty="0"/>
              <a:t>• Manage Cart using Session</a:t>
            </a:r>
            <a:br>
              <a:rPr lang="en-US" sz="6600" dirty="0"/>
            </a:br>
            <a:r>
              <a:rPr lang="en-US" sz="6600" dirty="0"/>
              <a:t>• Calculate Total Amount</a:t>
            </a:r>
          </a:p>
          <a:p>
            <a:pPr>
              <a:lnSpc>
                <a:spcPct val="120000"/>
              </a:lnSpc>
            </a:pPr>
            <a:r>
              <a:rPr lang="en-US" sz="6600" dirty="0"/>
              <a:t>The system follows MVC architecture where:</a:t>
            </a:r>
          </a:p>
          <a:p>
            <a:pPr>
              <a:lnSpc>
                <a:spcPct val="120000"/>
              </a:lnSpc>
            </a:pPr>
            <a:r>
              <a:rPr lang="en-US" sz="6600" dirty="0"/>
              <a:t>• JSP handles the user interface</a:t>
            </a:r>
            <a:br>
              <a:rPr lang="en-US" sz="6600" dirty="0"/>
            </a:br>
            <a:r>
              <a:rPr lang="en-US" sz="6600" dirty="0"/>
              <a:t>• Servlets handle application logic</a:t>
            </a:r>
            <a:br>
              <a:rPr lang="en-US" sz="6600" dirty="0"/>
            </a:br>
            <a:r>
              <a:rPr lang="en-US" sz="6600" dirty="0"/>
              <a:t>• DAO handles database operations</a:t>
            </a:r>
          </a:p>
          <a:p>
            <a:pPr>
              <a:lnSpc>
                <a:spcPct val="120000"/>
              </a:lnSpc>
            </a:pPr>
            <a:r>
              <a:rPr lang="en-US" sz="6600" dirty="0"/>
              <a:t>In Review-3, the focus is on implementing cart functionality, session management, and integrating frontend with backend.</a:t>
            </a:r>
          </a:p>
          <a:p>
            <a:pPr>
              <a:lnSpc>
                <a:spcPct val="120000"/>
              </a:lnSpc>
            </a:pPr>
            <a:r>
              <a:rPr lang="en-US" sz="6600" dirty="0"/>
              <a:t>The system is simple, structured, and developed for academic learning purposes.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6400" dirty="0"/>
              <a:t>Online food ordering systems require a structured web application to manage user login, restaurant listing, menu display, and cart functionality.</a:t>
            </a:r>
          </a:p>
          <a:p>
            <a:pPr>
              <a:lnSpc>
                <a:spcPct val="120000"/>
              </a:lnSpc>
            </a:pPr>
            <a:r>
              <a:rPr lang="en-US" sz="6400" dirty="0"/>
              <a:t>Without a proper system:</a:t>
            </a:r>
          </a:p>
          <a:p>
            <a:pPr>
              <a:lnSpc>
                <a:spcPct val="120000"/>
              </a:lnSpc>
            </a:pPr>
            <a:r>
              <a:rPr lang="en-US" sz="6400" dirty="0"/>
              <a:t>• Managing user sessions becomes difficult</a:t>
            </a:r>
            <a:br>
              <a:rPr lang="en-US" sz="6400" dirty="0"/>
            </a:br>
            <a:r>
              <a:rPr lang="en-US" sz="6400" dirty="0"/>
              <a:t>• Cart data may not be maintained correctly</a:t>
            </a:r>
            <a:br>
              <a:rPr lang="en-US" sz="6400" dirty="0"/>
            </a:br>
            <a:r>
              <a:rPr lang="en-US" sz="6400" dirty="0"/>
              <a:t>• Order flow can become inconsistent</a:t>
            </a:r>
            <a:br>
              <a:rPr lang="en-US" sz="6400" dirty="0"/>
            </a:br>
            <a:r>
              <a:rPr lang="en-US" sz="6400" dirty="0"/>
              <a:t>• Code becomes difficult to maintain</a:t>
            </a:r>
          </a:p>
          <a:p>
            <a:pPr>
              <a:lnSpc>
                <a:spcPct val="120000"/>
              </a:lnSpc>
            </a:pPr>
            <a:r>
              <a:rPr lang="en-US" sz="6400" dirty="0"/>
              <a:t>There is a need to design a simple and structured food delivery web application using Java technologies that demonstrates:</a:t>
            </a:r>
          </a:p>
          <a:p>
            <a:pPr>
              <a:lnSpc>
                <a:spcPct val="120000"/>
              </a:lnSpc>
            </a:pPr>
            <a:r>
              <a:rPr lang="en-US" sz="6400" dirty="0"/>
              <a:t>• MVC architecture</a:t>
            </a:r>
            <a:br>
              <a:rPr lang="en-US" sz="6400" dirty="0"/>
            </a:br>
            <a:r>
              <a:rPr lang="en-US" sz="6400" dirty="0"/>
              <a:t>• DAO pattern</a:t>
            </a:r>
            <a:br>
              <a:rPr lang="en-US" sz="6400" dirty="0"/>
            </a:br>
            <a:r>
              <a:rPr lang="en-US" sz="6400" dirty="0"/>
              <a:t>• Session management</a:t>
            </a:r>
            <a:br>
              <a:rPr lang="en-US" sz="6400" dirty="0"/>
            </a:br>
            <a:r>
              <a:rPr lang="en-US" sz="6400" dirty="0"/>
              <a:t>• Frontend–backend integration</a:t>
            </a:r>
          </a:p>
          <a:p>
            <a:pPr>
              <a:lnSpc>
                <a:spcPct val="120000"/>
              </a:lnSpc>
            </a:pPr>
            <a:r>
              <a:rPr lang="en-US" sz="6400" dirty="0"/>
              <a:t>The goal is to build a functional academic-level food delivery system that shows how real-world web applications are developed.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 GB RAM</a:t>
            </a:r>
          </a:p>
          <a:p>
            <a:pPr marL="0" indent="0">
              <a:lnSpc>
                <a:spcPct val="120000"/>
              </a:lnSpc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JDK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Tomcat Server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IDE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730" y="1510747"/>
            <a:ext cx="10330070" cy="373181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• Simple and user-friendly interface</a:t>
            </a:r>
          </a:p>
          <a:p>
            <a:pPr marL="0" indent="0">
              <a:buNone/>
            </a:pPr>
            <a:r>
              <a:rPr lang="en-US" sz="2000" dirty="0"/>
              <a:t>• Follows MVC architecture for clear structure</a:t>
            </a:r>
          </a:p>
          <a:p>
            <a:pPr marL="0" indent="0">
              <a:buNone/>
            </a:pPr>
            <a:r>
              <a:rPr lang="en-US" sz="2000" dirty="0"/>
              <a:t>• Uses DAO pattern for better database management</a:t>
            </a:r>
          </a:p>
          <a:p>
            <a:pPr marL="0" indent="0">
              <a:buNone/>
            </a:pPr>
            <a:r>
              <a:rPr lang="en-US" sz="2000" dirty="0"/>
              <a:t>• Maintains user session securely</a:t>
            </a:r>
          </a:p>
          <a:p>
            <a:pPr marL="0" indent="0">
              <a:buNone/>
            </a:pPr>
            <a:r>
              <a:rPr lang="en-US" sz="2000" dirty="0"/>
              <a:t>• Modular and easy to maintain</a:t>
            </a:r>
          </a:p>
          <a:p>
            <a:pPr marL="0" indent="0">
              <a:buNone/>
            </a:pPr>
            <a:r>
              <a:rPr lang="en-US" sz="2000" dirty="0"/>
              <a:t>• Reduces data inconsistency</a:t>
            </a:r>
          </a:p>
          <a:p>
            <a:pPr marL="0" indent="0">
              <a:buNone/>
            </a:pPr>
            <a:r>
              <a:rPr lang="en-US" sz="2000" dirty="0"/>
              <a:t>• Easy to enhance with additional features in future</a:t>
            </a:r>
          </a:p>
          <a:p>
            <a:pPr marL="0" indent="0">
              <a:buNone/>
            </a:pPr>
            <a:r>
              <a:rPr lang="en-US" sz="2000" dirty="0"/>
              <a:t>• Provides practical experience in full-stack web development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1783"/>
            <a:ext cx="10515600" cy="39007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800" dirty="0"/>
              <a:t>The system is designed using MVC (Model–View–Controller) architecture along with the DAO design pattern to ensure proper separation between presentation, logic, and data handling.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Architecture Layers: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• Presentation Layer – JSP pages for user interface</a:t>
            </a:r>
            <a:br>
              <a:rPr lang="en-IN" sz="1800" dirty="0"/>
            </a:br>
            <a:r>
              <a:rPr lang="en-IN" sz="1800" dirty="0"/>
              <a:t>• Controller Layer – Servlets for request and response handling</a:t>
            </a:r>
            <a:br>
              <a:rPr lang="en-IN" sz="1800" dirty="0"/>
            </a:br>
            <a:r>
              <a:rPr lang="en-IN" sz="1800" dirty="0"/>
              <a:t>• Data Access Layer – DAO classes for database operations</a:t>
            </a:r>
            <a:br>
              <a:rPr lang="en-IN" sz="1800" dirty="0"/>
            </a:br>
            <a:r>
              <a:rPr lang="en-IN" sz="1800" dirty="0"/>
              <a:t>• Database Layer – MySQL for storing application data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Application Flow: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User → JSP → Servlet → DAO → Database</a:t>
            </a:r>
            <a:br>
              <a:rPr lang="en-IN" sz="1800" dirty="0"/>
            </a:br>
            <a:r>
              <a:rPr lang="en-IN" sz="1800" dirty="0" err="1"/>
              <a:t>Database</a:t>
            </a:r>
            <a:r>
              <a:rPr lang="en-IN" sz="1800" dirty="0"/>
              <a:t> → DAO → Servlet → JSP → User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57388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3914"/>
            <a:ext cx="10515600" cy="424864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6400" dirty="0"/>
              <a:t>In the current phase (Review-3), the following modules have been successfully implemented:</a:t>
            </a:r>
          </a:p>
          <a:p>
            <a:pPr>
              <a:lnSpc>
                <a:spcPct val="120000"/>
              </a:lnSpc>
            </a:pPr>
            <a:r>
              <a:rPr lang="en-US" sz="6400" dirty="0"/>
              <a:t>• User Registration and Login functionality</a:t>
            </a:r>
            <a:br>
              <a:rPr lang="en-US" sz="6400" dirty="0"/>
            </a:br>
            <a:r>
              <a:rPr lang="en-US" sz="6400" dirty="0"/>
              <a:t>• Session Management for authenticated users</a:t>
            </a:r>
            <a:br>
              <a:rPr lang="en-US" sz="6400" dirty="0"/>
            </a:br>
            <a:r>
              <a:rPr lang="en-US" sz="6400" dirty="0"/>
              <a:t>• Restaurant Listing module</a:t>
            </a:r>
            <a:br>
              <a:rPr lang="en-US" sz="6400" dirty="0"/>
            </a:br>
            <a:r>
              <a:rPr lang="en-US" sz="6400" dirty="0"/>
              <a:t>• Dynamic Menu Display</a:t>
            </a:r>
            <a:br>
              <a:rPr lang="en-US" sz="6400" dirty="0"/>
            </a:br>
            <a:r>
              <a:rPr lang="en-US" sz="6400" dirty="0"/>
              <a:t>• Add to Cart functionality</a:t>
            </a:r>
            <a:br>
              <a:rPr lang="en-US" sz="6400" dirty="0"/>
            </a:br>
            <a:r>
              <a:rPr lang="en-US" sz="6400" dirty="0"/>
              <a:t>• Cart Management using  </a:t>
            </a:r>
            <a:r>
              <a:rPr lang="en-US" sz="6400" dirty="0" err="1"/>
              <a:t>HttpSession</a:t>
            </a:r>
            <a:br>
              <a:rPr lang="en-US" sz="6400" dirty="0"/>
            </a:br>
            <a:r>
              <a:rPr lang="en-US" sz="6400" dirty="0"/>
              <a:t>• Total Amount Calculation in Cart</a:t>
            </a:r>
            <a:br>
              <a:rPr lang="en-US" sz="6400" dirty="0"/>
            </a:br>
            <a:r>
              <a:rPr lang="en-US" sz="6400" dirty="0"/>
              <a:t>• Frontend and Backend Integration</a:t>
            </a:r>
          </a:p>
          <a:p>
            <a:pPr>
              <a:lnSpc>
                <a:spcPct val="120000"/>
              </a:lnSpc>
            </a:pPr>
            <a:r>
              <a:rPr lang="en-US" sz="6400" dirty="0"/>
              <a:t>The application is fully functional up to the Cart Management module.</a:t>
            </a:r>
          </a:p>
          <a:p>
            <a:pPr>
              <a:lnSpc>
                <a:spcPct val="120000"/>
              </a:lnSpc>
            </a:pPr>
            <a:r>
              <a:rPr lang="en-US" sz="6400" dirty="0"/>
              <a:t>Current completion status: </a:t>
            </a:r>
            <a:r>
              <a:rPr lang="en-US" sz="6400" b="1" dirty="0"/>
              <a:t>Approximately 50–60% of the overall system.</a:t>
            </a:r>
            <a:endParaRPr lang="en-US" sz="6400" dirty="0"/>
          </a:p>
          <a:p>
            <a:pPr>
              <a:lnSpc>
                <a:spcPct val="120000"/>
              </a:lnSpc>
            </a:pPr>
            <a:r>
              <a:rPr lang="en-US" sz="6400" dirty="0"/>
              <a:t>The remaining modules to be implemented in the next phase include:</a:t>
            </a:r>
          </a:p>
          <a:p>
            <a:pPr>
              <a:lnSpc>
                <a:spcPct val="120000"/>
              </a:lnSpc>
            </a:pPr>
            <a:r>
              <a:rPr lang="en-US" sz="6400" dirty="0"/>
              <a:t>• Order Processing Module</a:t>
            </a:r>
            <a:br>
              <a:rPr lang="en-US" sz="6400" dirty="0"/>
            </a:br>
            <a:r>
              <a:rPr lang="en-US" sz="6400" dirty="0"/>
              <a:t>• Order Persistence in Database</a:t>
            </a:r>
            <a:br>
              <a:rPr lang="en-US" sz="6400" dirty="0"/>
            </a:br>
            <a:r>
              <a:rPr lang="en-US" sz="6400" dirty="0"/>
              <a:t>• My Orders Module</a:t>
            </a:r>
            <a:br>
              <a:rPr lang="en-US" sz="6400" dirty="0"/>
            </a:br>
            <a:r>
              <a:rPr lang="en-US" sz="6400" dirty="0"/>
              <a:t>• Input Validation and Exception Handling</a:t>
            </a:r>
            <a:br>
              <a:rPr lang="en-US" sz="6400" dirty="0"/>
            </a:br>
            <a:r>
              <a:rPr lang="en-US" sz="6400" dirty="0"/>
              <a:t>• UI Enhancements and Final Testing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2107283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https://github.com/Thrupthidr/Food-Delivery-Web-Application.git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7091</TotalTime>
  <Words>1644</Words>
  <Application>Microsoft Office PowerPoint</Application>
  <PresentationFormat>Widescreen</PresentationFormat>
  <Paragraphs>194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Admin</cp:lastModifiedBy>
  <cp:revision>747</cp:revision>
  <dcterms:created xsi:type="dcterms:W3CDTF">2022-10-14T07:18:17Z</dcterms:created>
  <dcterms:modified xsi:type="dcterms:W3CDTF">2026-04-28T13:42:58Z</dcterms:modified>
</cp:coreProperties>
</file>