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76" r:id="rId5"/>
    <p:sldId id="277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64" d="100"/>
          <a:sy n="64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Fundamentals of Core Java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Structured Query Language (SQL)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l"/>
          <a:r>
            <a:rPr lang="en-IN" sz="1100" dirty="0"/>
            <a:t>Core Java–based application development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Cart management functionality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3FDEBEB-F5A0-4D80-8D88-EA75400A636F}">
      <dgm:prSet/>
      <dgm:spPr/>
      <dgm:t>
        <a:bodyPr/>
        <a:lstStyle/>
        <a:p>
          <a:pPr algn="l"/>
          <a:r>
            <a:rPr lang="en-US" dirty="0"/>
            <a:t>User interface enhancement using CSS</a:t>
          </a:r>
          <a:endParaRPr lang="en-IN" dirty="0"/>
        </a:p>
      </dgm:t>
    </dgm:pt>
    <dgm:pt modelId="{6F9CC3C0-800A-453C-877F-0A337E1D259D}" type="parTrans" cxnId="{2D1C06E9-07A7-482A-8666-6B398A108E37}">
      <dgm:prSet/>
      <dgm:spPr/>
      <dgm:t>
        <a:bodyPr/>
        <a:lstStyle/>
        <a:p>
          <a:endParaRPr lang="en-IN"/>
        </a:p>
      </dgm:t>
    </dgm:pt>
    <dgm:pt modelId="{2C1D3B3C-26C8-4867-906E-65BBE8EBD37D}" type="sibTrans" cxnId="{2D1C06E9-07A7-482A-8666-6B398A108E37}">
      <dgm:prSet/>
      <dgm:spPr/>
      <dgm:t>
        <a:bodyPr/>
        <a:lstStyle/>
        <a:p>
          <a:endParaRPr lang="en-IN"/>
        </a:p>
      </dgm:t>
    </dgm:pt>
    <dgm:pt modelId="{45BED7C8-1470-42C1-861F-9B0E33EA9CE1}">
      <dgm:prSet custT="1"/>
      <dgm:spPr/>
      <dgm:t>
        <a:bodyPr/>
        <a:lstStyle/>
        <a:p>
          <a:pPr algn="l"/>
          <a:r>
            <a:rPr lang="en-IN" sz="1200" dirty="0"/>
            <a:t>Complete project demonstration</a:t>
          </a:r>
        </a:p>
      </dgm:t>
    </dgm:pt>
    <dgm:pt modelId="{E70E9C24-77D6-45A0-920A-13278575207F}" type="parTrans" cxnId="{9E0D6CC1-A22E-4266-B43B-A00F477E6729}">
      <dgm:prSet/>
      <dgm:spPr/>
      <dgm:t>
        <a:bodyPr/>
        <a:lstStyle/>
        <a:p>
          <a:endParaRPr lang="en-IN"/>
        </a:p>
      </dgm:t>
    </dgm:pt>
    <dgm:pt modelId="{80329616-85EB-4715-8DE2-FC4DD054C698}" type="sibTrans" cxnId="{9E0D6CC1-A22E-4266-B43B-A00F477E6729}">
      <dgm:prSet/>
      <dgm:spPr/>
      <dgm:t>
        <a:bodyPr/>
        <a:lstStyle/>
        <a:p>
          <a:endParaRPr lang="en-IN"/>
        </a:p>
      </dgm:t>
    </dgm:pt>
    <dgm:pt modelId="{522E1D0D-977E-4A53-89E9-FCE92AAFCFA7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dirty="0"/>
            <a:t>Introduction to JSP and Servlets</a:t>
          </a:r>
        </a:p>
      </dgm:t>
    </dgm:pt>
    <dgm:pt modelId="{E60E90C8-5AFB-428F-AC4E-E3731BBD306D}" type="parTrans" cxnId="{DC403E6F-5650-446A-9993-B569C895A292}">
      <dgm:prSet/>
      <dgm:spPr/>
      <dgm:t>
        <a:bodyPr/>
        <a:lstStyle/>
        <a:p>
          <a:endParaRPr lang="en-IN"/>
        </a:p>
      </dgm:t>
    </dgm:pt>
    <dgm:pt modelId="{DBACBCC6-CE73-4FB0-A225-46B37FE92869}" type="sibTrans" cxnId="{DC403E6F-5650-446A-9993-B569C895A292}">
      <dgm:prSet/>
      <dgm:spPr/>
      <dgm:t>
        <a:bodyPr/>
        <a:lstStyle/>
        <a:p>
          <a:endParaRPr lang="en-IN"/>
        </a:p>
      </dgm:t>
    </dgm:pt>
    <dgm:pt modelId="{6A9E9597-E047-45B6-BA9A-4281877FF048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dirty="0"/>
            <a:t>Basic programming and problem-solving concepts</a:t>
          </a:r>
        </a:p>
      </dgm:t>
    </dgm:pt>
    <dgm:pt modelId="{A08A269C-1F11-4BE0-A527-9C8A8A627B03}" type="parTrans" cxnId="{BD4EC986-B57C-42BF-B555-F351C564E5F2}">
      <dgm:prSet/>
      <dgm:spPr/>
      <dgm:t>
        <a:bodyPr/>
        <a:lstStyle/>
        <a:p>
          <a:endParaRPr lang="en-IN"/>
        </a:p>
      </dgm:t>
    </dgm:pt>
    <dgm:pt modelId="{C788DE69-4F3D-4175-BC4D-4917990074AD}" type="sibTrans" cxnId="{BD4EC986-B57C-42BF-B555-F351C564E5F2}">
      <dgm:prSet/>
      <dgm:spPr/>
      <dgm:t>
        <a:bodyPr/>
        <a:lstStyle/>
        <a:p>
          <a:endParaRPr lang="en-IN"/>
        </a:p>
      </dgm:t>
    </dgm:pt>
    <dgm:pt modelId="{E0419DD9-065E-45DC-B621-C422DFC3C4FD}">
      <dgm:prSet custT="1"/>
      <dgm:spPr/>
      <dgm:t>
        <a:bodyPr/>
        <a:lstStyle/>
        <a:p>
          <a:pPr algn="l">
            <a:buNone/>
          </a:pPr>
          <a:r>
            <a:rPr lang="en-US" sz="1100" dirty="0"/>
            <a:t>JSP–Servlet request and response lifecycle</a:t>
          </a:r>
        </a:p>
      </dgm:t>
    </dgm:pt>
    <dgm:pt modelId="{E75DA0E9-0155-4452-A884-969B996BB7C3}" type="parTrans" cxnId="{ED5D1149-B4AF-491A-A9F7-C572809B4200}">
      <dgm:prSet/>
      <dgm:spPr/>
      <dgm:t>
        <a:bodyPr/>
        <a:lstStyle/>
        <a:p>
          <a:endParaRPr lang="en-IN"/>
        </a:p>
      </dgm:t>
    </dgm:pt>
    <dgm:pt modelId="{97125537-FCE1-4AED-BB0B-FF6C468B9EA1}" type="sibTrans" cxnId="{ED5D1149-B4AF-491A-A9F7-C572809B4200}">
      <dgm:prSet/>
      <dgm:spPr/>
      <dgm:t>
        <a:bodyPr/>
        <a:lstStyle/>
        <a:p>
          <a:endParaRPr lang="en-IN"/>
        </a:p>
      </dgm:t>
    </dgm:pt>
    <dgm:pt modelId="{E1EFB861-CFAC-4718-A1F1-6B05BC975FAD}">
      <dgm:prSet custT="1"/>
      <dgm:spPr/>
      <dgm:t>
        <a:bodyPr/>
        <a:lstStyle/>
        <a:p>
          <a:pPr algn="l">
            <a:buNone/>
          </a:pPr>
          <a:r>
            <a:rPr lang="en-US" sz="1100" dirty="0"/>
            <a:t>Implementation and understanding of MVC and DAO architecture</a:t>
          </a:r>
        </a:p>
      </dgm:t>
    </dgm:pt>
    <dgm:pt modelId="{9EA5AEC1-C660-4CD1-8450-32A4F2F08DEB}" type="parTrans" cxnId="{A64B087B-4EBE-4B39-BE7A-3A930A5FECAF}">
      <dgm:prSet/>
      <dgm:spPr/>
      <dgm:t>
        <a:bodyPr/>
        <a:lstStyle/>
        <a:p>
          <a:endParaRPr lang="en-IN"/>
        </a:p>
      </dgm:t>
    </dgm:pt>
    <dgm:pt modelId="{394F2C6C-ACA3-4AFB-A5E2-919EA1882221}" type="sibTrans" cxnId="{A64B087B-4EBE-4B39-BE7A-3A930A5FECAF}">
      <dgm:prSet/>
      <dgm:spPr/>
      <dgm:t>
        <a:bodyPr/>
        <a:lstStyle/>
        <a:p>
          <a:endParaRPr lang="en-IN"/>
        </a:p>
      </dgm:t>
    </dgm:pt>
    <dgm:pt modelId="{EBA29D13-CEF0-4FA5-9B56-C50CB745B10F}">
      <dgm:prSet custT="1"/>
      <dgm:spPr/>
      <dgm:t>
        <a:bodyPr/>
        <a:lstStyle/>
        <a:p>
          <a:pPr algn="l">
            <a:buNone/>
          </a:pPr>
          <a:r>
            <a:rPr lang="en-IN" sz="1100" dirty="0"/>
            <a:t>Database connectivity using JDBC</a:t>
          </a:r>
        </a:p>
      </dgm:t>
    </dgm:pt>
    <dgm:pt modelId="{ACA26485-FC2F-46C3-8F74-29215D9E8E15}" type="parTrans" cxnId="{21B32B10-6195-4889-A505-7326B948CB92}">
      <dgm:prSet/>
      <dgm:spPr/>
      <dgm:t>
        <a:bodyPr/>
        <a:lstStyle/>
        <a:p>
          <a:endParaRPr lang="en-IN"/>
        </a:p>
      </dgm:t>
    </dgm:pt>
    <dgm:pt modelId="{D31348DB-AC8D-4234-83A4-C90D06D2505A}" type="sibTrans" cxnId="{21B32B10-6195-4889-A505-7326B948CB92}">
      <dgm:prSet/>
      <dgm:spPr/>
      <dgm:t>
        <a:bodyPr/>
        <a:lstStyle/>
        <a:p>
          <a:endParaRPr lang="en-IN"/>
        </a:p>
      </dgm:t>
    </dgm:pt>
    <dgm:pt modelId="{AE62D535-7B2D-4655-82DC-7BAF015605B3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Order processing workflow</a:t>
          </a:r>
        </a:p>
      </dgm:t>
    </dgm:pt>
    <dgm:pt modelId="{F6C09836-58AB-4901-83D2-4B32410373A9}" type="parTrans" cxnId="{8D117DA1-79EC-4B18-8092-26C799D0AF85}">
      <dgm:prSet/>
      <dgm:spPr/>
      <dgm:t>
        <a:bodyPr/>
        <a:lstStyle/>
        <a:p>
          <a:endParaRPr lang="en-IN"/>
        </a:p>
      </dgm:t>
    </dgm:pt>
    <dgm:pt modelId="{BA3721E1-7A53-441A-8580-E6D19543B468}" type="sibTrans" cxnId="{8D117DA1-79EC-4B18-8092-26C799D0AF85}">
      <dgm:prSet/>
      <dgm:spPr/>
      <dgm:t>
        <a:bodyPr/>
        <a:lstStyle/>
        <a:p>
          <a:endParaRPr lang="en-IN"/>
        </a:p>
      </dgm:t>
    </dgm:pt>
    <dgm:pt modelId="{8ADE80B1-CA0C-42B7-A05B-36E73F7FBEA4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Session management and handling</a:t>
          </a:r>
        </a:p>
      </dgm:t>
    </dgm:pt>
    <dgm:pt modelId="{9B8D18F9-0929-44BC-A101-44854FDA3946}" type="parTrans" cxnId="{441DE178-9429-4DE9-B0A1-2CA6093FEE46}">
      <dgm:prSet/>
      <dgm:spPr/>
      <dgm:t>
        <a:bodyPr/>
        <a:lstStyle/>
        <a:p>
          <a:endParaRPr lang="en-IN"/>
        </a:p>
      </dgm:t>
    </dgm:pt>
    <dgm:pt modelId="{182BC09F-68EF-4C15-A940-AD692C0D43C4}" type="sibTrans" cxnId="{441DE178-9429-4DE9-B0A1-2CA6093FEE46}">
      <dgm:prSet/>
      <dgm:spPr/>
      <dgm:t>
        <a:bodyPr/>
        <a:lstStyle/>
        <a:p>
          <a:endParaRPr lang="en-IN"/>
        </a:p>
      </dgm:t>
    </dgm:pt>
    <dgm:pt modelId="{A7787EF9-1E25-4733-B2CC-965FEFA6409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Input validation and exception handling</a:t>
          </a:r>
        </a:p>
      </dgm:t>
    </dgm:pt>
    <dgm:pt modelId="{D5B1DFFC-A135-4BD0-9E96-27037A3C8FFC}" type="parTrans" cxnId="{6E63C615-5887-436D-B271-BB1CA2887320}">
      <dgm:prSet/>
      <dgm:spPr/>
      <dgm:t>
        <a:bodyPr/>
        <a:lstStyle/>
        <a:p>
          <a:endParaRPr lang="en-IN"/>
        </a:p>
      </dgm:t>
    </dgm:pt>
    <dgm:pt modelId="{AF5C39AA-4ECB-40B2-ABA2-EA899D191033}" type="sibTrans" cxnId="{6E63C615-5887-436D-B271-BB1CA2887320}">
      <dgm:prSet/>
      <dgm:spPr/>
      <dgm:t>
        <a:bodyPr/>
        <a:lstStyle/>
        <a:p>
          <a:endParaRPr lang="en-IN"/>
        </a:p>
      </dgm:t>
    </dgm:pt>
    <dgm:pt modelId="{8E89CB98-6C1B-4E7A-8F23-99924D196BB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Application testing</a:t>
          </a:r>
        </a:p>
      </dgm:t>
    </dgm:pt>
    <dgm:pt modelId="{0762D3F7-B8BD-462F-B747-277B6E4940BD}" type="parTrans" cxnId="{E6AF4CC3-3D9F-47F9-A5F0-0A5846FFE710}">
      <dgm:prSet/>
      <dgm:spPr/>
      <dgm:t>
        <a:bodyPr/>
        <a:lstStyle/>
        <a:p>
          <a:endParaRPr lang="en-IN"/>
        </a:p>
      </dgm:t>
    </dgm:pt>
    <dgm:pt modelId="{703E12EE-BE9A-4B4A-9F87-F328527FADF3}" type="sibTrans" cxnId="{E6AF4CC3-3D9F-47F9-A5F0-0A5846FFE710}">
      <dgm:prSet/>
      <dgm:spPr/>
      <dgm:t>
        <a:bodyPr/>
        <a:lstStyle/>
        <a:p>
          <a:endParaRPr lang="en-IN"/>
        </a:p>
      </dgm:t>
    </dgm:pt>
    <dgm:pt modelId="{A968422E-503E-438C-ACE3-A418650911E7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Frontend and backend integration</a:t>
          </a:r>
        </a:p>
      </dgm:t>
    </dgm:pt>
    <dgm:pt modelId="{6825DACC-7875-4C60-8106-3CC793858988}" type="parTrans" cxnId="{8F8E20AE-3BDE-467D-9997-B7F9FE8A858B}">
      <dgm:prSet/>
      <dgm:spPr/>
      <dgm:t>
        <a:bodyPr/>
        <a:lstStyle/>
        <a:p>
          <a:endParaRPr lang="en-IN"/>
        </a:p>
      </dgm:t>
    </dgm:pt>
    <dgm:pt modelId="{2E4071DA-9DFA-4F3E-B4C9-3D294E113DBE}" type="sibTrans" cxnId="{8F8E20AE-3BDE-467D-9997-B7F9FE8A858B}">
      <dgm:prSet/>
      <dgm:spPr/>
      <dgm:t>
        <a:bodyPr/>
        <a:lstStyle/>
        <a:p>
          <a:endParaRPr lang="en-IN"/>
        </a:p>
      </dgm:t>
    </dgm:pt>
    <dgm:pt modelId="{0CCEA630-AE36-4D28-8CB1-1B4E3CFBABDF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Final testing and documentation</a:t>
          </a:r>
        </a:p>
      </dgm:t>
    </dgm:pt>
    <dgm:pt modelId="{54D9E544-EB03-419A-A2C9-B90CF45E5ED2}" type="parTrans" cxnId="{7AAF5FB8-8C50-43AB-AC2F-73E012C2DCE0}">
      <dgm:prSet/>
      <dgm:spPr/>
      <dgm:t>
        <a:bodyPr/>
        <a:lstStyle/>
        <a:p>
          <a:endParaRPr lang="en-IN"/>
        </a:p>
      </dgm:t>
    </dgm:pt>
    <dgm:pt modelId="{FABB70E1-B56B-4F71-B19C-EF817CFB3228}" type="sibTrans" cxnId="{7AAF5FB8-8C50-43AB-AC2F-73E012C2DCE0}">
      <dgm:prSet/>
      <dgm:spPr/>
      <dgm:t>
        <a:bodyPr/>
        <a:lstStyle/>
        <a:p>
          <a:endParaRPr lang="en-IN"/>
        </a:p>
      </dgm:t>
    </dgm:pt>
    <dgm:pt modelId="{C5B6AB67-4DAE-4DB9-93DB-0BB898B4241F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200" dirty="0"/>
            <a:t>GitHub repository submission</a:t>
          </a:r>
        </a:p>
      </dgm:t>
    </dgm:pt>
    <dgm:pt modelId="{830E487D-6359-4272-842D-C16CD0907900}" type="parTrans" cxnId="{5238CFDD-9D7A-41C6-BA27-1CE8F8D7E2A5}">
      <dgm:prSet/>
      <dgm:spPr/>
      <dgm:t>
        <a:bodyPr/>
        <a:lstStyle/>
        <a:p>
          <a:endParaRPr lang="en-IN"/>
        </a:p>
      </dgm:t>
    </dgm:pt>
    <dgm:pt modelId="{CD09BD39-11FA-460D-9584-66A1F66C8CF2}" type="sibTrans" cxnId="{5238CFDD-9D7A-41C6-BA27-1CE8F8D7E2A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 custLinFactNeighborX="-125" custLinFactNeighborY="-47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0DD110B-5D37-4110-A31E-3823B131D1FC}" type="presOf" srcId="{AE62D535-7B2D-4655-82DC-7BAF015605B3}" destId="{0D08ED52-6744-4369-B780-916B09984775}" srcOrd="1" destOrd="1" presId="urn:microsoft.com/office/officeart/2011/layout/InterconnectedBlockProcess"/>
    <dgm:cxn modelId="{21B32B10-6195-4889-A505-7326B948CB92}" srcId="{7B3055AA-BF7C-46D0-9A9E-60087B9F57B4}" destId="{EBA29D13-CEF0-4FA5-9B56-C50CB745B10F}" srcOrd="3" destOrd="0" parTransId="{ACA26485-FC2F-46C3-8F74-29215D9E8E15}" sibTransId="{D31348DB-AC8D-4234-83A4-C90D06D2505A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6E63C615-5887-436D-B271-BB1CA2887320}" srcId="{5E92505A-51E0-4F78-B3C5-704ACF8710DE}" destId="{A7787EF9-1E25-4733-B2CC-965FEFA64095}" srcOrd="1" destOrd="0" parTransId="{D5B1DFFC-A135-4BD0-9E96-27037A3C8FFC}" sibTransId="{AF5C39AA-4ECB-40B2-ABA2-EA899D191033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E1D54B30-ED1D-48D5-8CFD-E11941FB0DCC}" type="presOf" srcId="{E1EFB861-CFAC-4718-A1F1-6B05BC975FAD}" destId="{06F8D57B-EDF4-4CF4-8700-DC2CA3E3028E}" srcOrd="0" destOrd="2" presId="urn:microsoft.com/office/officeart/2011/layout/InterconnectedBlockProcess"/>
    <dgm:cxn modelId="{EC929D35-C720-4EC6-9676-EC7B35C2E6B2}" type="presOf" srcId="{8ADE80B1-CA0C-42B7-A05B-36E73F7FBEA4}" destId="{2532504F-5FE1-4C97-B485-F05E8885EACC}" srcOrd="0" destOrd="2" presId="urn:microsoft.com/office/officeart/2011/layout/InterconnectedBlockProcess"/>
    <dgm:cxn modelId="{55EEF13D-DA44-4764-85D7-FB9F1664F871}" type="presOf" srcId="{0CCEA630-AE36-4D28-8CB1-1B4E3CFBABDF}" destId="{928B615F-0F8D-4140-A638-0FBB8F5BF1E9}" srcOrd="1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A9A2EE5D-994C-4CDB-81D1-0D055990694A}" type="presOf" srcId="{45BED7C8-1470-42C1-861F-9B0E33EA9CE1}" destId="{8CAE5A4D-0C7B-48A6-917B-0B8433D0574B}" srcOrd="0" destOrd="0" presId="urn:microsoft.com/office/officeart/2011/layout/InterconnectedBlockProcess"/>
    <dgm:cxn modelId="{4A10255E-0FCC-4E34-B734-934D226D9CE7}" type="presOf" srcId="{C5B6AB67-4DAE-4DB9-93DB-0BB898B4241F}" destId="{928B615F-0F8D-4140-A638-0FBB8F5BF1E9}" srcOrd="1" destOrd="3" presId="urn:microsoft.com/office/officeart/2011/layout/InterconnectedBlockProcess"/>
    <dgm:cxn modelId="{0CAA6743-477A-4534-99CA-52DCFFDB4EE9}" type="presOf" srcId="{AE62D535-7B2D-4655-82DC-7BAF015605B3}" destId="{2532504F-5FE1-4C97-B485-F05E8885EACC}" srcOrd="0" destOrd="1" presId="urn:microsoft.com/office/officeart/2011/layout/InterconnectedBlockProcess"/>
    <dgm:cxn modelId="{D2007765-93E5-4CD7-8A84-0C72B767911B}" type="presOf" srcId="{EBA29D13-CEF0-4FA5-9B56-C50CB745B10F}" destId="{06F8D57B-EDF4-4CF4-8700-DC2CA3E3028E}" srcOrd="0" destOrd="3" presId="urn:microsoft.com/office/officeart/2011/layout/InterconnectedBlockProcess"/>
    <dgm:cxn modelId="{ED5D1149-B4AF-491A-A9F7-C572809B4200}" srcId="{7B3055AA-BF7C-46D0-9A9E-60087B9F57B4}" destId="{E0419DD9-065E-45DC-B621-C422DFC3C4FD}" srcOrd="1" destOrd="0" parTransId="{E75DA0E9-0155-4452-A884-969B996BB7C3}" sibTransId="{97125537-FCE1-4AED-BB0B-FF6C468B9EA1}"/>
    <dgm:cxn modelId="{EAF8DC6C-E392-41C4-AB1E-40FC4C09D8E8}" type="presOf" srcId="{8E89CB98-6C1B-4E7A-8F23-99924D196BBD}" destId="{98225A61-A0EC-450A-BED8-EF2E47E8FD18}" srcOrd="1" destOrd="2" presId="urn:microsoft.com/office/officeart/2011/layout/InterconnectedBlockProcess"/>
    <dgm:cxn modelId="{1C53D34E-9519-4F62-90C3-935693DB26EE}" type="presOf" srcId="{03FDEBEB-F5A0-4D80-8D88-EA75400A636F}" destId="{98225A61-A0EC-450A-BED8-EF2E47E8FD18}" srcOrd="1" destOrd="0" presId="urn:microsoft.com/office/officeart/2011/layout/InterconnectedBlockProcess"/>
    <dgm:cxn modelId="{DC403E6F-5650-446A-9993-B569C895A292}" srcId="{988D96B0-D16E-4763-B393-84178CF4FF50}" destId="{522E1D0D-977E-4A53-89E9-FCE92AAFCFA7}" srcOrd="1" destOrd="0" parTransId="{E60E90C8-5AFB-428F-AC4E-E3731BBD306D}" sibTransId="{DBACBCC6-CE73-4FB0-A225-46B37FE92869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B9534B73-82BB-451A-A83D-12ECDD6621C7}" type="presOf" srcId="{6A9E9597-E047-45B6-BA9A-4281877FF048}" destId="{1C91D7E3-8940-4A33-9182-677DD5415901}" srcOrd="1" destOrd="2" presId="urn:microsoft.com/office/officeart/2011/layout/InterconnectedBlockProcess"/>
    <dgm:cxn modelId="{B5AEB255-8BEF-4F0A-A676-910D3489D78F}" type="presOf" srcId="{E1EFB861-CFAC-4718-A1F1-6B05BC975FAD}" destId="{6BCCFBA6-7A43-4631-AD7F-AFB10E1E6CD7}" srcOrd="1" destOrd="2" presId="urn:microsoft.com/office/officeart/2011/layout/InterconnectedBlockProcess"/>
    <dgm:cxn modelId="{441DE178-9429-4DE9-B0A1-2CA6093FEE46}" srcId="{A59EC69B-8F3F-425B-819F-E8C557946AEE}" destId="{8ADE80B1-CA0C-42B7-A05B-36E73F7FBEA4}" srcOrd="2" destOrd="0" parTransId="{9B8D18F9-0929-44BC-A101-44854FDA3946}" sibTransId="{182BC09F-68EF-4C15-A940-AD692C0D43C4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A64B087B-4EBE-4B39-BE7A-3A930A5FECAF}" srcId="{7B3055AA-BF7C-46D0-9A9E-60087B9F57B4}" destId="{E1EFB861-CFAC-4718-A1F1-6B05BC975FAD}" srcOrd="2" destOrd="0" parTransId="{9EA5AEC1-C660-4CD1-8450-32A4F2F08DEB}" sibTransId="{394F2C6C-ACA3-4AFB-A5E2-919EA1882221}"/>
    <dgm:cxn modelId="{F5A1227D-4398-4C69-BF6D-442267BE7304}" type="presOf" srcId="{8ADE80B1-CA0C-42B7-A05B-36E73F7FBEA4}" destId="{0D08ED52-6744-4369-B780-916B09984775}" srcOrd="1" destOrd="2" presId="urn:microsoft.com/office/officeart/2011/layout/InterconnectedBlockProcess"/>
    <dgm:cxn modelId="{498C6A80-46C7-443B-9D12-0DF3EEAD8214}" type="presOf" srcId="{03FDEBEB-F5A0-4D80-8D88-EA75400A636F}" destId="{FC0F1314-3294-4A8C-8DCE-EB53E236164C}" srcOrd="0" destOrd="0" presId="urn:microsoft.com/office/officeart/2011/layout/InterconnectedBlockProcess"/>
    <dgm:cxn modelId="{AAD9D585-4E21-47E3-BA65-155ACDD31CBC}" type="presOf" srcId="{8E89CB98-6C1B-4E7A-8F23-99924D196BBD}" destId="{FC0F1314-3294-4A8C-8DCE-EB53E236164C}" srcOrd="0" destOrd="2" presId="urn:microsoft.com/office/officeart/2011/layout/InterconnectedBlockProcess"/>
    <dgm:cxn modelId="{BD4EC986-B57C-42BF-B555-F351C564E5F2}" srcId="{988D96B0-D16E-4763-B393-84178CF4FF50}" destId="{6A9E9597-E047-45B6-BA9A-4281877FF048}" srcOrd="2" destOrd="0" parTransId="{A08A269C-1F11-4BE0-A527-9C8A8A627B03}" sibTransId="{C788DE69-4F3D-4175-BC4D-4917990074AD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71F5A68B-00FD-45F1-B8A2-9A7AEEDF94FC}" type="presOf" srcId="{A7787EF9-1E25-4733-B2CC-965FEFA64095}" destId="{98225A61-A0EC-450A-BED8-EF2E47E8FD18}" srcOrd="1" destOrd="1" presId="urn:microsoft.com/office/officeart/2011/layout/InterconnectedBlockProcess"/>
    <dgm:cxn modelId="{A0BAAD8E-6598-4BDD-BF22-5F106E61D6EB}" type="presOf" srcId="{EBA29D13-CEF0-4FA5-9B56-C50CB745B10F}" destId="{6BCCFBA6-7A43-4631-AD7F-AFB10E1E6CD7}" srcOrd="1" destOrd="3" presId="urn:microsoft.com/office/officeart/2011/layout/InterconnectedBlockProcess"/>
    <dgm:cxn modelId="{8D04F890-B3E2-40FA-969E-13677F8F43F9}" type="presOf" srcId="{6A9E9597-E047-45B6-BA9A-4281877FF048}" destId="{A134CDD1-D85F-44EF-8BEE-9F99A855C1E6}" srcOrd="0" destOrd="2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2FD93F9B-960A-4B25-B16A-6289455AC557}" type="presOf" srcId="{45BED7C8-1470-42C1-861F-9B0E33EA9CE1}" destId="{928B615F-0F8D-4140-A638-0FBB8F5BF1E9}" srcOrd="1" destOrd="0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8D117DA1-79EC-4B18-8092-26C799D0AF85}" srcId="{A59EC69B-8F3F-425B-819F-E8C557946AEE}" destId="{AE62D535-7B2D-4655-82DC-7BAF015605B3}" srcOrd="1" destOrd="0" parTransId="{F6C09836-58AB-4901-83D2-4B32410373A9}" sibTransId="{BA3721E1-7A53-441A-8580-E6D19543B468}"/>
    <dgm:cxn modelId="{954772A9-1983-4C58-895E-ACBFC979FC1A}" type="presOf" srcId="{E0419DD9-065E-45DC-B621-C422DFC3C4FD}" destId="{6BCCFBA6-7A43-4631-AD7F-AFB10E1E6CD7}" srcOrd="1" destOrd="1" presId="urn:microsoft.com/office/officeart/2011/layout/InterconnectedBlockProcess"/>
    <dgm:cxn modelId="{8F8E20AE-3BDE-467D-9997-B7F9FE8A858B}" srcId="{65C051F6-A849-4495-A964-CD4C650B9C06}" destId="{A968422E-503E-438C-ACE3-A418650911E7}" srcOrd="1" destOrd="0" parTransId="{6825DACC-7875-4C60-8106-3CC793858988}" sibTransId="{2E4071DA-9DFA-4F3E-B4C9-3D294E113DBE}"/>
    <dgm:cxn modelId="{7AAF5FB8-8C50-43AB-AC2F-73E012C2DCE0}" srcId="{65C051F6-A849-4495-A964-CD4C650B9C06}" destId="{0CCEA630-AE36-4D28-8CB1-1B4E3CFBABDF}" srcOrd="2" destOrd="0" parTransId="{54D9E544-EB03-419A-A2C9-B90CF45E5ED2}" sibTransId="{FABB70E1-B56B-4F71-B19C-EF817CFB3228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8ADE67BF-D508-4FBC-B2F5-5178705EA762}" type="presOf" srcId="{A968422E-503E-438C-ACE3-A418650911E7}" destId="{8CAE5A4D-0C7B-48A6-917B-0B8433D0574B}" srcOrd="0" destOrd="1" presId="urn:microsoft.com/office/officeart/2011/layout/InterconnectedBlockProcess"/>
    <dgm:cxn modelId="{B23980C0-EC39-4C76-BD82-780026A33110}" type="presOf" srcId="{A968422E-503E-438C-ACE3-A418650911E7}" destId="{928B615F-0F8D-4140-A638-0FBB8F5BF1E9}" srcOrd="1" destOrd="1" presId="urn:microsoft.com/office/officeart/2011/layout/InterconnectedBlockProcess"/>
    <dgm:cxn modelId="{9E0D6CC1-A22E-4266-B43B-A00F477E6729}" srcId="{65C051F6-A849-4495-A964-CD4C650B9C06}" destId="{45BED7C8-1470-42C1-861F-9B0E33EA9CE1}" srcOrd="0" destOrd="0" parTransId="{E70E9C24-77D6-45A0-920A-13278575207F}" sibTransId="{80329616-85EB-4715-8DE2-FC4DD054C698}"/>
    <dgm:cxn modelId="{2688EFC1-8C01-4B7E-918E-42A5069393F8}" type="presOf" srcId="{C5B6AB67-4DAE-4DB9-93DB-0BB898B4241F}" destId="{8CAE5A4D-0C7B-48A6-917B-0B8433D0574B}" srcOrd="0" destOrd="3" presId="urn:microsoft.com/office/officeart/2011/layout/InterconnectedBlockProcess"/>
    <dgm:cxn modelId="{E6AF4CC3-3D9F-47F9-A5F0-0A5846FFE710}" srcId="{5E92505A-51E0-4F78-B3C5-704ACF8710DE}" destId="{8E89CB98-6C1B-4E7A-8F23-99924D196BBD}" srcOrd="2" destOrd="0" parTransId="{0762D3F7-B8BD-462F-B747-277B6E4940BD}" sibTransId="{703E12EE-BE9A-4B4A-9F87-F328527FADF3}"/>
    <dgm:cxn modelId="{9A62A5C5-0E43-4D5A-B9D0-457CA5A996FA}" type="presOf" srcId="{0CCEA630-AE36-4D28-8CB1-1B4E3CFBABDF}" destId="{8CAE5A4D-0C7B-48A6-917B-0B8433D0574B}" srcOrd="0" destOrd="2" presId="urn:microsoft.com/office/officeart/2011/layout/InterconnectedBlockProcess"/>
    <dgm:cxn modelId="{E21EFFC7-B790-4F76-9037-1E55BAD7910A}" type="presOf" srcId="{522E1D0D-977E-4A53-89E9-FCE92AAFCFA7}" destId="{1C91D7E3-8940-4A33-9182-677DD5415901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8FE8D1-7A9D-4E14-8387-4FDC56D56D89}" type="presOf" srcId="{E0419DD9-065E-45DC-B621-C422DFC3C4FD}" destId="{06F8D57B-EDF4-4CF4-8700-DC2CA3E3028E}" srcOrd="0" destOrd="1" presId="urn:microsoft.com/office/officeart/2011/layout/InterconnectedBlockProcess"/>
    <dgm:cxn modelId="{5238CFDD-9D7A-41C6-BA27-1CE8F8D7E2A5}" srcId="{65C051F6-A849-4495-A964-CD4C650B9C06}" destId="{C5B6AB67-4DAE-4DB9-93DB-0BB898B4241F}" srcOrd="3" destOrd="0" parTransId="{830E487D-6359-4272-842D-C16CD0907900}" sibTransId="{CD09BD39-11FA-460D-9584-66A1F66C8CF2}"/>
    <dgm:cxn modelId="{250AABE0-0AA8-4638-8B07-ECFE64EEE8E2}" type="presOf" srcId="{522E1D0D-977E-4A53-89E9-FCE92AAFCFA7}" destId="{A134CDD1-D85F-44EF-8BEE-9F99A855C1E6}" srcOrd="0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2D1C06E9-07A7-482A-8666-6B398A108E37}" srcId="{5E92505A-51E0-4F78-B3C5-704ACF8710DE}" destId="{03FDEBEB-F5A0-4D80-8D88-EA75400A636F}" srcOrd="0" destOrd="0" parTransId="{6F9CC3C0-800A-453C-877F-0A337E1D259D}" sibTransId="{2C1D3B3C-26C8-4867-906E-65BBE8EBD37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FA7B1FA-A185-4129-9346-868431297429}" type="presOf" srcId="{A7787EF9-1E25-4733-B2CC-965FEFA64095}" destId="{FC0F1314-3294-4A8C-8DCE-EB53E236164C}" srcOrd="0" destOrd="1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Complete project demonstration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Frontend and backend integration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Final testing and documentation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GitHub repository submission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interface enhancement using CSS</a:t>
          </a:r>
          <a:endParaRPr lang="en-IN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Input validation and exception handling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/>
            <a:t>Application testing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18638" y="798145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Cart management functionality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Order processing workflow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Session management and handling</a:t>
          </a:r>
        </a:p>
      </dsp:txBody>
      <dsp:txXfrm>
        <a:off x="4780904" y="798145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Core Java–based application development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JSP–Servlet request and response lifecycle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Implementation and understanding of MVC and DAO architecture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Database connectivity using JDBC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Fundamentals of Core Java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Structured Query Language (SQL)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Introduction to JSP and Servlets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Basic programming and problem-solving concepts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633252" y="2109718"/>
            <a:ext cx="4406416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Ms.Kalpana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K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r>
              <a:rPr lang="en-US" sz="2000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alt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Mr.S.Sakthi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&amp;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Dr.R.Balakrishnan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1890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THRUPTHI D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to 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FFD0-4E42-C1A8-532C-2C3E3352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829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06FB-BD6D-F288-A796-E9F8A4934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3035"/>
            <a:ext cx="10515600" cy="52725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</a:t>
            </a:r>
            <a:endParaRPr lang="en-IN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E56F-9B0F-0537-F409-EC85F7F6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D5250-2D24-E8B9-C84F-F1AEC19B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42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380E-918D-3A52-52C8-E9ADD4B6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-397565"/>
            <a:ext cx="10638183" cy="1451113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019D4-1437-4F33-CA94-1F24E48A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342" y="714375"/>
            <a:ext cx="10515600" cy="5472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</a:p>
          <a:p>
            <a:pPr marL="0" indent="0">
              <a:buNone/>
            </a:pPr>
            <a:r>
              <a:rPr lang="en-US" alt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organization works closely with: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</a:p>
          <a:p>
            <a:pPr marL="0" indent="0">
              <a:buNone/>
            </a:pPr>
            <a:r>
              <a:rPr lang="en-US" alt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Through its training and placement support, Tap Academy helps students: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39F83-00DD-5CB6-FC18-00B021F7F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964-4627-75F6-B781-066B841C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198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85988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1661"/>
            <a:ext cx="10515600" cy="4273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8174"/>
            <a:ext cx="10515600" cy="337930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4521"/>
            <a:ext cx="10515600" cy="4989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662"/>
            <a:ext cx="10515600" cy="54665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3914"/>
            <a:ext cx="10515600" cy="4969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125"/>
            <a:ext cx="10439400" cy="986597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9651"/>
            <a:ext cx="10515600" cy="3572787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57388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940"/>
            <a:ext cx="10515600" cy="408962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7200" dirty="0"/>
              <a:t>Before implementing the Food Delivery Web Application, a detailed study was carried out on software architectures, design patterns, and technologies relevant to the project.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Studied MVC (Model–View–Controller) Architecture to understand clear separation between presentation layer (JSP), controller layer (Servlets), and data layer (Model classes).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Reviewed DAO (Data Access Object) Design Pattern to handle database operations separately from business logic, improving maintainability and reusability.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Analyzed existing online food delivery applications to understand common modules such as user authentication, restaurant listing, menu display, and order flow.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Studied JSP and Servlets for handling request–response flow in Java-based web applications.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Learned JDBC with MySQL for performing CRUD operations and managing persistent data.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Studied Apache Tomcat server for deploying and running Java web applications.</a:t>
            </a:r>
          </a:p>
          <a:p>
            <a:pPr>
              <a:lnSpc>
                <a:spcPct val="120000"/>
              </a:lnSpc>
            </a:pPr>
            <a:r>
              <a:rPr lang="en-US" sz="7200" dirty="0"/>
              <a:t>Referred official documentation, mentor guidance, and practical examples to understand real-time application structure.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88423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4339"/>
            <a:ext cx="10515600" cy="482047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Food Delivery Application developed using Java full-stack technologies and MVC with DAO architecture.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provide a structured and user-friendly platform for ordering food online.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work in Review-2 phase includes: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listing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display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processing using Servlets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 using DAO pattern and JDBC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using MySQL database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follows a layered architecture where JSP handles the presentation layer, Servlets manage control flow, and DAO manages database interactions.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will be implemented in upcoming reviews.</a:t>
            </a:r>
          </a:p>
          <a:p>
            <a:pPr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0578"/>
            <a:ext cx="10515600" cy="1113788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online food delivery services requires well-structured and maintainable web applications.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academic learning, there is a need to design and implement a food delivery system that clearly demonstrates core web development concepts such as MVC architecture, DAO pattern, and database connectivity.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build a simple, scalable, and structured food delivery web application using Java technologies to understand real-world application development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478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3303"/>
            <a:ext cx="10515600" cy="414925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</a:t>
            </a:r>
          </a:p>
          <a:p>
            <a:pPr>
              <a:lnSpc>
                <a:spcPct val="120000"/>
              </a:lnSpc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Tomcat Server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739" y="365125"/>
            <a:ext cx="10658061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0139"/>
            <a:ext cx="10515600" cy="36324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 application using MVC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database logic using DAO pattern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maintain and update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errors compared to manual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and efficiency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78902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616" y="1421295"/>
            <a:ext cx="10246291" cy="399133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https://github.com/Thrupthidr/Food-Delivery-Web-Application.git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7273</TotalTime>
  <Words>1481</Words>
  <Application>Microsoft Office PowerPoint</Application>
  <PresentationFormat>Widescreen</PresentationFormat>
  <Paragraphs>212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Tap Academy</vt:lpstr>
      <vt:lpstr>Products &amp; Services</vt:lpstr>
      <vt:lpstr>Clients &amp; Impact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Admin</cp:lastModifiedBy>
  <cp:revision>751</cp:revision>
  <dcterms:created xsi:type="dcterms:W3CDTF">2022-10-14T07:18:17Z</dcterms:created>
  <dcterms:modified xsi:type="dcterms:W3CDTF">2026-04-28T13:44:43Z</dcterms:modified>
</cp:coreProperties>
</file>